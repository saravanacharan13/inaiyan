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023CAC-E1A8-41A0-EB23-F508CC1B6E4A}" v="288" dt="2025-04-30T06:20:02.939"/>
    <p1510:client id="{3224AFA7-DBAA-4900-8D41-532FA635D7C7}" v="29" dt="2025-04-30T10:14:54.445"/>
    <p1510:client id="{3E048801-491C-5B99-5C14-C5FC02439345}" v="3" dt="2025-04-30T06:33:33.798"/>
    <p1510:client id="{47111FB8-920B-8483-97E5-97BA6B292D8B}" v="58" dt="2025-04-30T07:38:50.357"/>
    <p1510:client id="{EB4236AC-6CCF-4B61-B0EB-9818E9122F3E}" v="18" dt="2025-04-29T13:02:21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0" d="100"/>
          <a:sy n="70" d="100"/>
        </p:scale>
        <p:origin x="3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6C0A00-317F-45F5-97A7-817C9DDBCCF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FBEDBE0-A382-4822-985B-325835F7E1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Travel Planning and Booking</a:t>
          </a:r>
          <a:endParaRPr lang="en-US"/>
        </a:p>
      </dgm:t>
    </dgm:pt>
    <dgm:pt modelId="{AE7C80A6-1B93-4D3C-96F7-0C520CB8736D}" type="parTrans" cxnId="{1ED7F2C3-D5E6-43AC-852A-4C39D8A72A93}">
      <dgm:prSet/>
      <dgm:spPr/>
      <dgm:t>
        <a:bodyPr/>
        <a:lstStyle/>
        <a:p>
          <a:endParaRPr lang="en-US"/>
        </a:p>
      </dgm:t>
    </dgm:pt>
    <dgm:pt modelId="{F56B1ADD-6878-42EC-97E1-66C6D2B58940}" type="sibTrans" cxnId="{1ED7F2C3-D5E6-43AC-852A-4C39D8A72A93}">
      <dgm:prSet/>
      <dgm:spPr/>
      <dgm:t>
        <a:bodyPr/>
        <a:lstStyle/>
        <a:p>
          <a:endParaRPr lang="en-US"/>
        </a:p>
      </dgm:t>
    </dgm:pt>
    <dgm:pt modelId="{557B4638-B331-45AD-9B39-7207A6CD0E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integrates with external APIs (e.g., Amadeus API) to search, sort, and combine flight and hotel options into travel packages based on user preferences and budget.</a:t>
          </a:r>
        </a:p>
      </dgm:t>
    </dgm:pt>
    <dgm:pt modelId="{6D99BE20-791F-48E9-87DC-936D2E0444CD}" type="parTrans" cxnId="{0A9C4C3F-A1D7-4BF1-9B19-2145FA6A335F}">
      <dgm:prSet/>
      <dgm:spPr/>
      <dgm:t>
        <a:bodyPr/>
        <a:lstStyle/>
        <a:p>
          <a:endParaRPr lang="en-US"/>
        </a:p>
      </dgm:t>
    </dgm:pt>
    <dgm:pt modelId="{867916DE-04EE-4864-8E63-36A698E3F661}" type="sibTrans" cxnId="{0A9C4C3F-A1D7-4BF1-9B19-2145FA6A335F}">
      <dgm:prSet/>
      <dgm:spPr/>
      <dgm:t>
        <a:bodyPr/>
        <a:lstStyle/>
        <a:p>
          <a:endParaRPr lang="en-US"/>
        </a:p>
      </dgm:t>
    </dgm:pt>
    <dgm:pt modelId="{98D44DE9-C8C8-4A2B-8396-7F95918E24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automates the booking process for flights and hotels, reducing manual effort.</a:t>
          </a:r>
        </a:p>
      </dgm:t>
    </dgm:pt>
    <dgm:pt modelId="{4DA4DDED-BA9D-48BE-A327-0425EBBD74F6}" type="parTrans" cxnId="{DDB5B2C0-BAF7-4AE8-9BA5-E1E7A0933EF9}">
      <dgm:prSet/>
      <dgm:spPr/>
      <dgm:t>
        <a:bodyPr/>
        <a:lstStyle/>
        <a:p>
          <a:endParaRPr lang="en-US"/>
        </a:p>
      </dgm:t>
    </dgm:pt>
    <dgm:pt modelId="{951A549E-1ADB-4434-AF1A-D4AD1A97755D}" type="sibTrans" cxnId="{DDB5B2C0-BAF7-4AE8-9BA5-E1E7A0933EF9}">
      <dgm:prSet/>
      <dgm:spPr/>
      <dgm:t>
        <a:bodyPr/>
        <a:lstStyle/>
        <a:p>
          <a:endParaRPr lang="en-US"/>
        </a:p>
      </dgm:t>
    </dgm:pt>
    <dgm:pt modelId="{BA59C169-6F10-46EA-B4A1-461AAE1A52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Market Negotiation Assistance</a:t>
          </a:r>
          <a:endParaRPr lang="en-US"/>
        </a:p>
      </dgm:t>
    </dgm:pt>
    <dgm:pt modelId="{EF295587-86D7-46F9-BA5A-FCE6C6803EF0}" type="parTrans" cxnId="{2E0435C7-2926-4AD5-86D2-2D6344D2CC17}">
      <dgm:prSet/>
      <dgm:spPr/>
      <dgm:t>
        <a:bodyPr/>
        <a:lstStyle/>
        <a:p>
          <a:endParaRPr lang="en-US"/>
        </a:p>
      </dgm:t>
    </dgm:pt>
    <dgm:pt modelId="{F3078407-07F1-40A3-B482-7B9DFF7B06D1}" type="sibTrans" cxnId="{2E0435C7-2926-4AD5-86D2-2D6344D2CC17}">
      <dgm:prSet/>
      <dgm:spPr/>
      <dgm:t>
        <a:bodyPr/>
        <a:lstStyle/>
        <a:p>
          <a:endParaRPr lang="en-US"/>
        </a:p>
      </dgm:t>
    </dgm:pt>
    <dgm:pt modelId="{B4AA5A95-FA89-492D-8A90-B3CC517D92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offers a negotiation interface to assist users in price negotiations, simulating intelligent decision-making.</a:t>
          </a:r>
        </a:p>
      </dgm:t>
    </dgm:pt>
    <dgm:pt modelId="{08694548-469D-412C-B4FA-BE867FFFAAB3}" type="parTrans" cxnId="{E07A21DF-1FF0-4EE9-B648-E892F90600BE}">
      <dgm:prSet/>
      <dgm:spPr/>
      <dgm:t>
        <a:bodyPr/>
        <a:lstStyle/>
        <a:p>
          <a:endParaRPr lang="en-US"/>
        </a:p>
      </dgm:t>
    </dgm:pt>
    <dgm:pt modelId="{08B946DE-B82F-442C-A1D0-FED7D4DE0B63}" type="sibTrans" cxnId="{E07A21DF-1FF0-4EE9-B648-E892F90600BE}">
      <dgm:prSet/>
      <dgm:spPr/>
      <dgm:t>
        <a:bodyPr/>
        <a:lstStyle/>
        <a:p>
          <a:endParaRPr lang="en-US"/>
        </a:p>
      </dgm:t>
    </dgm:pt>
    <dgm:pt modelId="{CF387462-452C-419E-AF35-DBBE4A243C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Translation Support</a:t>
          </a:r>
          <a:endParaRPr lang="en-US"/>
        </a:p>
      </dgm:t>
    </dgm:pt>
    <dgm:pt modelId="{FE1DBF3E-F3E2-415E-A129-84D4D5ABEEAA}" type="parTrans" cxnId="{F56F3247-2C23-4BF4-98BE-DEA2BA5D4E7B}">
      <dgm:prSet/>
      <dgm:spPr/>
      <dgm:t>
        <a:bodyPr/>
        <a:lstStyle/>
        <a:p>
          <a:endParaRPr lang="en-US"/>
        </a:p>
      </dgm:t>
    </dgm:pt>
    <dgm:pt modelId="{351CB2FB-41E1-4C24-868A-FC51203C6292}" type="sibTrans" cxnId="{F56F3247-2C23-4BF4-98BE-DEA2BA5D4E7B}">
      <dgm:prSet/>
      <dgm:spPr/>
      <dgm:t>
        <a:bodyPr/>
        <a:lstStyle/>
        <a:p>
          <a:endParaRPr lang="en-US"/>
        </a:p>
      </dgm:t>
    </dgm:pt>
    <dgm:pt modelId="{6D526F37-5278-48FC-B1E8-8EF0A57627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system integrates a translator API to provide multilingual support, enabling users to interact in their preferred language and enhancing accessibility.</a:t>
          </a:r>
        </a:p>
      </dgm:t>
    </dgm:pt>
    <dgm:pt modelId="{A0FFF9D4-D343-450A-AF68-8C12868E6AB3}" type="parTrans" cxnId="{7537AC02-E464-43D9-8DE4-EFC12D53CD85}">
      <dgm:prSet/>
      <dgm:spPr/>
      <dgm:t>
        <a:bodyPr/>
        <a:lstStyle/>
        <a:p>
          <a:endParaRPr lang="en-US"/>
        </a:p>
      </dgm:t>
    </dgm:pt>
    <dgm:pt modelId="{00A170B4-1188-4321-99BD-D84E13E0ACA8}" type="sibTrans" cxnId="{7537AC02-E464-43D9-8DE4-EFC12D53CD85}">
      <dgm:prSet/>
      <dgm:spPr/>
      <dgm:t>
        <a:bodyPr/>
        <a:lstStyle/>
        <a:p>
          <a:endParaRPr lang="en-US"/>
        </a:p>
      </dgm:t>
    </dgm:pt>
    <dgm:pt modelId="{15FF0F00-BD53-4B7E-BA11-31FD9B0D26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Additionally, the system supports voice-based interaction and provides a user-friendly GUI for seamless interaction, making it an efficient and accessible assistant.</a:t>
          </a:r>
        </a:p>
      </dgm:t>
    </dgm:pt>
    <dgm:pt modelId="{CCBF2E6D-5ED5-463F-9B05-106AA047EE8A}" type="parTrans" cxnId="{A8B90BA3-7C38-454A-AC92-5DA74A9F20F4}">
      <dgm:prSet/>
      <dgm:spPr/>
      <dgm:t>
        <a:bodyPr/>
        <a:lstStyle/>
        <a:p>
          <a:endParaRPr lang="en-US"/>
        </a:p>
      </dgm:t>
    </dgm:pt>
    <dgm:pt modelId="{68CA0818-A225-4805-8AAC-B151368E576A}" type="sibTrans" cxnId="{A8B90BA3-7C38-454A-AC92-5DA74A9F20F4}">
      <dgm:prSet/>
      <dgm:spPr/>
      <dgm:t>
        <a:bodyPr/>
        <a:lstStyle/>
        <a:p>
          <a:endParaRPr lang="en-US"/>
        </a:p>
      </dgm:t>
    </dgm:pt>
    <dgm:pt modelId="{555C5BFB-E92F-4F13-B9EE-6721751A4AEC}" type="pres">
      <dgm:prSet presAssocID="{446C0A00-317F-45F5-97A7-817C9DDBCCF1}" presName="root" presStyleCnt="0">
        <dgm:presLayoutVars>
          <dgm:dir/>
          <dgm:resizeHandles val="exact"/>
        </dgm:presLayoutVars>
      </dgm:prSet>
      <dgm:spPr/>
    </dgm:pt>
    <dgm:pt modelId="{CE1E2F4E-C0F6-4A2B-B911-EE499FA7670D}" type="pres">
      <dgm:prSet presAssocID="{FFBEDBE0-A382-4822-985B-325835F7E150}" presName="compNode" presStyleCnt="0"/>
      <dgm:spPr/>
    </dgm:pt>
    <dgm:pt modelId="{48BF44A9-9B79-43B4-BFEF-753F46CEB709}" type="pres">
      <dgm:prSet presAssocID="{FFBEDBE0-A382-4822-985B-325835F7E150}" presName="bgRect" presStyleLbl="bgShp" presStyleIdx="0" presStyleCnt="5"/>
      <dgm:spPr/>
    </dgm:pt>
    <dgm:pt modelId="{74985C28-5E0C-4E52-B264-76E0A772247E}" type="pres">
      <dgm:prSet presAssocID="{FFBEDBE0-A382-4822-985B-325835F7E15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13D9FD26-CCCE-4D26-8432-12029D317A1E}" type="pres">
      <dgm:prSet presAssocID="{FFBEDBE0-A382-4822-985B-325835F7E150}" presName="spaceRect" presStyleCnt="0"/>
      <dgm:spPr/>
    </dgm:pt>
    <dgm:pt modelId="{29D06C09-67FA-4D64-ADEB-2816FDC4273C}" type="pres">
      <dgm:prSet presAssocID="{FFBEDBE0-A382-4822-985B-325835F7E150}" presName="parTx" presStyleLbl="revTx" presStyleIdx="0" presStyleCnt="8">
        <dgm:presLayoutVars>
          <dgm:chMax val="0"/>
          <dgm:chPref val="0"/>
        </dgm:presLayoutVars>
      </dgm:prSet>
      <dgm:spPr/>
    </dgm:pt>
    <dgm:pt modelId="{06BBBF05-2B95-42C7-B9E6-8EDE89A9F52C}" type="pres">
      <dgm:prSet presAssocID="{F56B1ADD-6878-42EC-97E1-66C6D2B58940}" presName="sibTrans" presStyleCnt="0"/>
      <dgm:spPr/>
    </dgm:pt>
    <dgm:pt modelId="{E7F7EC58-E9FA-4CB7-88DB-F5958636A774}" type="pres">
      <dgm:prSet presAssocID="{557B4638-B331-45AD-9B39-7207A6CD0E25}" presName="compNode" presStyleCnt="0"/>
      <dgm:spPr/>
    </dgm:pt>
    <dgm:pt modelId="{4F9A811E-B447-416B-A9FA-D179AF5B01D6}" type="pres">
      <dgm:prSet presAssocID="{557B4638-B331-45AD-9B39-7207A6CD0E25}" presName="bgRect" presStyleLbl="bgShp" presStyleIdx="1" presStyleCnt="5"/>
      <dgm:spPr/>
    </dgm:pt>
    <dgm:pt modelId="{D3D021EE-49A3-4777-996A-1B50C1CDCD7F}" type="pres">
      <dgm:prSet presAssocID="{557B4638-B331-45AD-9B39-7207A6CD0E2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2BFAC47-E41B-4F13-BB77-F9A2B9D40E28}" type="pres">
      <dgm:prSet presAssocID="{557B4638-B331-45AD-9B39-7207A6CD0E25}" presName="spaceRect" presStyleCnt="0"/>
      <dgm:spPr/>
    </dgm:pt>
    <dgm:pt modelId="{873C3171-2DB4-4DA7-8BA4-B3B51FA559EE}" type="pres">
      <dgm:prSet presAssocID="{557B4638-B331-45AD-9B39-7207A6CD0E25}" presName="parTx" presStyleLbl="revTx" presStyleIdx="1" presStyleCnt="8">
        <dgm:presLayoutVars>
          <dgm:chMax val="0"/>
          <dgm:chPref val="0"/>
        </dgm:presLayoutVars>
      </dgm:prSet>
      <dgm:spPr/>
    </dgm:pt>
    <dgm:pt modelId="{66BFF57A-81FD-4F20-96CD-4F50D2312798}" type="pres">
      <dgm:prSet presAssocID="{557B4638-B331-45AD-9B39-7207A6CD0E25}" presName="desTx" presStyleLbl="revTx" presStyleIdx="2" presStyleCnt="8">
        <dgm:presLayoutVars/>
      </dgm:prSet>
      <dgm:spPr/>
    </dgm:pt>
    <dgm:pt modelId="{1E1D5792-240A-4A4E-80CD-D93C052E364B}" type="pres">
      <dgm:prSet presAssocID="{867916DE-04EE-4864-8E63-36A698E3F661}" presName="sibTrans" presStyleCnt="0"/>
      <dgm:spPr/>
    </dgm:pt>
    <dgm:pt modelId="{3DCB2B49-9596-4FAF-A591-E59B05811112}" type="pres">
      <dgm:prSet presAssocID="{BA59C169-6F10-46EA-B4A1-461AAE1A522F}" presName="compNode" presStyleCnt="0"/>
      <dgm:spPr/>
    </dgm:pt>
    <dgm:pt modelId="{AC2340EC-F64C-40B6-98FF-158434FE36EF}" type="pres">
      <dgm:prSet presAssocID="{BA59C169-6F10-46EA-B4A1-461AAE1A522F}" presName="bgRect" presStyleLbl="bgShp" presStyleIdx="2" presStyleCnt="5"/>
      <dgm:spPr/>
    </dgm:pt>
    <dgm:pt modelId="{D3FCC206-D54D-41C5-BF08-C8A3A8E9404B}" type="pres">
      <dgm:prSet presAssocID="{BA59C169-6F10-46EA-B4A1-461AAE1A522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924D38F-2116-4AE3-AA9D-EA0CBB96D95C}" type="pres">
      <dgm:prSet presAssocID="{BA59C169-6F10-46EA-B4A1-461AAE1A522F}" presName="spaceRect" presStyleCnt="0"/>
      <dgm:spPr/>
    </dgm:pt>
    <dgm:pt modelId="{EB869DBD-B345-410B-A9E3-8B3BBAC75938}" type="pres">
      <dgm:prSet presAssocID="{BA59C169-6F10-46EA-B4A1-461AAE1A522F}" presName="parTx" presStyleLbl="revTx" presStyleIdx="3" presStyleCnt="8">
        <dgm:presLayoutVars>
          <dgm:chMax val="0"/>
          <dgm:chPref val="0"/>
        </dgm:presLayoutVars>
      </dgm:prSet>
      <dgm:spPr/>
    </dgm:pt>
    <dgm:pt modelId="{71B25237-F859-48A3-B2D2-88F2CBEFD833}" type="pres">
      <dgm:prSet presAssocID="{BA59C169-6F10-46EA-B4A1-461AAE1A522F}" presName="desTx" presStyleLbl="revTx" presStyleIdx="4" presStyleCnt="8">
        <dgm:presLayoutVars/>
      </dgm:prSet>
      <dgm:spPr/>
    </dgm:pt>
    <dgm:pt modelId="{148C1B4F-70E9-4B89-A77C-66AFFA048EBC}" type="pres">
      <dgm:prSet presAssocID="{F3078407-07F1-40A3-B482-7B9DFF7B06D1}" presName="sibTrans" presStyleCnt="0"/>
      <dgm:spPr/>
    </dgm:pt>
    <dgm:pt modelId="{B7CF3746-0891-43B0-929B-277F8104ADF6}" type="pres">
      <dgm:prSet presAssocID="{CF387462-452C-419E-AF35-DBBE4A243C1E}" presName="compNode" presStyleCnt="0"/>
      <dgm:spPr/>
    </dgm:pt>
    <dgm:pt modelId="{81354F45-5C74-4730-9882-D42EAECAF1AB}" type="pres">
      <dgm:prSet presAssocID="{CF387462-452C-419E-AF35-DBBE4A243C1E}" presName="bgRect" presStyleLbl="bgShp" presStyleIdx="3" presStyleCnt="5"/>
      <dgm:spPr/>
    </dgm:pt>
    <dgm:pt modelId="{C1547182-B073-40D5-A111-DA7184E0F1F6}" type="pres">
      <dgm:prSet presAssocID="{CF387462-452C-419E-AF35-DBBE4A243C1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26315B13-4C90-46F7-8218-774626D05395}" type="pres">
      <dgm:prSet presAssocID="{CF387462-452C-419E-AF35-DBBE4A243C1E}" presName="spaceRect" presStyleCnt="0"/>
      <dgm:spPr/>
    </dgm:pt>
    <dgm:pt modelId="{7F391280-1D06-4BE4-AE45-A12FB9480599}" type="pres">
      <dgm:prSet presAssocID="{CF387462-452C-419E-AF35-DBBE4A243C1E}" presName="parTx" presStyleLbl="revTx" presStyleIdx="5" presStyleCnt="8">
        <dgm:presLayoutVars>
          <dgm:chMax val="0"/>
          <dgm:chPref val="0"/>
        </dgm:presLayoutVars>
      </dgm:prSet>
      <dgm:spPr/>
    </dgm:pt>
    <dgm:pt modelId="{0A384C4B-576E-4F5C-9C1A-C4B899004F46}" type="pres">
      <dgm:prSet presAssocID="{CF387462-452C-419E-AF35-DBBE4A243C1E}" presName="desTx" presStyleLbl="revTx" presStyleIdx="6" presStyleCnt="8">
        <dgm:presLayoutVars/>
      </dgm:prSet>
      <dgm:spPr/>
    </dgm:pt>
    <dgm:pt modelId="{52520C25-D5B6-43A3-8317-235CE4D5CE13}" type="pres">
      <dgm:prSet presAssocID="{351CB2FB-41E1-4C24-868A-FC51203C6292}" presName="sibTrans" presStyleCnt="0"/>
      <dgm:spPr/>
    </dgm:pt>
    <dgm:pt modelId="{57732EE9-4B8C-4776-8A21-14D179FCB43A}" type="pres">
      <dgm:prSet presAssocID="{15FF0F00-BD53-4B7E-BA11-31FD9B0D2604}" presName="compNode" presStyleCnt="0"/>
      <dgm:spPr/>
    </dgm:pt>
    <dgm:pt modelId="{99836F86-99CB-4B85-9E59-34FCD742E80F}" type="pres">
      <dgm:prSet presAssocID="{15FF0F00-BD53-4B7E-BA11-31FD9B0D2604}" presName="bgRect" presStyleLbl="bgShp" presStyleIdx="4" presStyleCnt="5"/>
      <dgm:spPr/>
    </dgm:pt>
    <dgm:pt modelId="{BC6601FC-BAA4-4FF5-BB8F-DACC2CA1BCFF}" type="pres">
      <dgm:prSet presAssocID="{15FF0F00-BD53-4B7E-BA11-31FD9B0D260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84657B1-39FA-47FE-83BC-58474F80C9B8}" type="pres">
      <dgm:prSet presAssocID="{15FF0F00-BD53-4B7E-BA11-31FD9B0D2604}" presName="spaceRect" presStyleCnt="0"/>
      <dgm:spPr/>
    </dgm:pt>
    <dgm:pt modelId="{69C50FDA-BF6C-44C2-A78D-80A6659BD24F}" type="pres">
      <dgm:prSet presAssocID="{15FF0F00-BD53-4B7E-BA11-31FD9B0D2604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7537AC02-E464-43D9-8DE4-EFC12D53CD85}" srcId="{CF387462-452C-419E-AF35-DBBE4A243C1E}" destId="{6D526F37-5278-48FC-B1E8-8EF0A576275E}" srcOrd="0" destOrd="0" parTransId="{A0FFF9D4-D343-450A-AF68-8C12868E6AB3}" sibTransId="{00A170B4-1188-4321-99BD-D84E13E0ACA8}"/>
    <dgm:cxn modelId="{5D72B52A-7439-48C1-9BF9-D6B1470C3575}" type="presOf" srcId="{6D526F37-5278-48FC-B1E8-8EF0A576275E}" destId="{0A384C4B-576E-4F5C-9C1A-C4B899004F46}" srcOrd="0" destOrd="0" presId="urn:microsoft.com/office/officeart/2018/2/layout/IconVerticalSolidList"/>
    <dgm:cxn modelId="{A7258B2B-0987-4527-B4A0-38EF330C643F}" type="presOf" srcId="{15FF0F00-BD53-4B7E-BA11-31FD9B0D2604}" destId="{69C50FDA-BF6C-44C2-A78D-80A6659BD24F}" srcOrd="0" destOrd="0" presId="urn:microsoft.com/office/officeart/2018/2/layout/IconVerticalSolidList"/>
    <dgm:cxn modelId="{0A9C4C3F-A1D7-4BF1-9B19-2145FA6A335F}" srcId="{446C0A00-317F-45F5-97A7-817C9DDBCCF1}" destId="{557B4638-B331-45AD-9B39-7207A6CD0E25}" srcOrd="1" destOrd="0" parTransId="{6D99BE20-791F-48E9-87DC-936D2E0444CD}" sibTransId="{867916DE-04EE-4864-8E63-36A698E3F661}"/>
    <dgm:cxn modelId="{BBDA3141-8AE2-41B8-A774-01BC60F9EA49}" type="presOf" srcId="{FFBEDBE0-A382-4822-985B-325835F7E150}" destId="{29D06C09-67FA-4D64-ADEB-2816FDC4273C}" srcOrd="0" destOrd="0" presId="urn:microsoft.com/office/officeart/2018/2/layout/IconVerticalSolidList"/>
    <dgm:cxn modelId="{C1FF7A66-B861-4A71-A2DC-A89D69484644}" type="presOf" srcId="{BA59C169-6F10-46EA-B4A1-461AAE1A522F}" destId="{EB869DBD-B345-410B-A9E3-8B3BBAC75938}" srcOrd="0" destOrd="0" presId="urn:microsoft.com/office/officeart/2018/2/layout/IconVerticalSolidList"/>
    <dgm:cxn modelId="{F56F3247-2C23-4BF4-98BE-DEA2BA5D4E7B}" srcId="{446C0A00-317F-45F5-97A7-817C9DDBCCF1}" destId="{CF387462-452C-419E-AF35-DBBE4A243C1E}" srcOrd="3" destOrd="0" parTransId="{FE1DBF3E-F3E2-415E-A129-84D4D5ABEEAA}" sibTransId="{351CB2FB-41E1-4C24-868A-FC51203C6292}"/>
    <dgm:cxn modelId="{F15BA74A-C047-412E-809D-728585C84E9D}" type="presOf" srcId="{557B4638-B331-45AD-9B39-7207A6CD0E25}" destId="{873C3171-2DB4-4DA7-8BA4-B3B51FA559EE}" srcOrd="0" destOrd="0" presId="urn:microsoft.com/office/officeart/2018/2/layout/IconVerticalSolidList"/>
    <dgm:cxn modelId="{4A0EFB8A-FE77-4A2A-B25C-80885932A1E5}" type="presOf" srcId="{446C0A00-317F-45F5-97A7-817C9DDBCCF1}" destId="{555C5BFB-E92F-4F13-B9EE-6721751A4AEC}" srcOrd="0" destOrd="0" presId="urn:microsoft.com/office/officeart/2018/2/layout/IconVerticalSolidList"/>
    <dgm:cxn modelId="{49317B99-8289-41D8-B0BD-FB518E74D84D}" type="presOf" srcId="{CF387462-452C-419E-AF35-DBBE4A243C1E}" destId="{7F391280-1D06-4BE4-AE45-A12FB9480599}" srcOrd="0" destOrd="0" presId="urn:microsoft.com/office/officeart/2018/2/layout/IconVerticalSolidList"/>
    <dgm:cxn modelId="{A8B90BA3-7C38-454A-AC92-5DA74A9F20F4}" srcId="{446C0A00-317F-45F5-97A7-817C9DDBCCF1}" destId="{15FF0F00-BD53-4B7E-BA11-31FD9B0D2604}" srcOrd="4" destOrd="0" parTransId="{CCBF2E6D-5ED5-463F-9B05-106AA047EE8A}" sibTransId="{68CA0818-A225-4805-8AAC-B151368E576A}"/>
    <dgm:cxn modelId="{DDB5B2C0-BAF7-4AE8-9BA5-E1E7A0933EF9}" srcId="{557B4638-B331-45AD-9B39-7207A6CD0E25}" destId="{98D44DE9-C8C8-4A2B-8396-7F95918E2466}" srcOrd="0" destOrd="0" parTransId="{4DA4DDED-BA9D-48BE-A327-0425EBBD74F6}" sibTransId="{951A549E-1ADB-4434-AF1A-D4AD1A97755D}"/>
    <dgm:cxn modelId="{1ED7F2C3-D5E6-43AC-852A-4C39D8A72A93}" srcId="{446C0A00-317F-45F5-97A7-817C9DDBCCF1}" destId="{FFBEDBE0-A382-4822-985B-325835F7E150}" srcOrd="0" destOrd="0" parTransId="{AE7C80A6-1B93-4D3C-96F7-0C520CB8736D}" sibTransId="{F56B1ADD-6878-42EC-97E1-66C6D2B58940}"/>
    <dgm:cxn modelId="{2E0435C7-2926-4AD5-86D2-2D6344D2CC17}" srcId="{446C0A00-317F-45F5-97A7-817C9DDBCCF1}" destId="{BA59C169-6F10-46EA-B4A1-461AAE1A522F}" srcOrd="2" destOrd="0" parTransId="{EF295587-86D7-46F9-BA5A-FCE6C6803EF0}" sibTransId="{F3078407-07F1-40A3-B482-7B9DFF7B06D1}"/>
    <dgm:cxn modelId="{E07A21DF-1FF0-4EE9-B648-E892F90600BE}" srcId="{BA59C169-6F10-46EA-B4A1-461AAE1A522F}" destId="{B4AA5A95-FA89-492D-8A90-B3CC517D927D}" srcOrd="0" destOrd="0" parTransId="{08694548-469D-412C-B4FA-BE867FFFAAB3}" sibTransId="{08B946DE-B82F-442C-A1D0-FED7D4DE0B63}"/>
    <dgm:cxn modelId="{046956EF-609D-4F12-BE02-5D7068E5D50A}" type="presOf" srcId="{B4AA5A95-FA89-492D-8A90-B3CC517D927D}" destId="{71B25237-F859-48A3-B2D2-88F2CBEFD833}" srcOrd="0" destOrd="0" presId="urn:microsoft.com/office/officeart/2018/2/layout/IconVerticalSolidList"/>
    <dgm:cxn modelId="{B4BA25F4-36C9-44AB-B309-C1899FB1B8F8}" type="presOf" srcId="{98D44DE9-C8C8-4A2B-8396-7F95918E2466}" destId="{66BFF57A-81FD-4F20-96CD-4F50D2312798}" srcOrd="0" destOrd="0" presId="urn:microsoft.com/office/officeart/2018/2/layout/IconVerticalSolidList"/>
    <dgm:cxn modelId="{82DC2317-2662-4A72-B15B-09F27AE97E18}" type="presParOf" srcId="{555C5BFB-E92F-4F13-B9EE-6721751A4AEC}" destId="{CE1E2F4E-C0F6-4A2B-B911-EE499FA7670D}" srcOrd="0" destOrd="0" presId="urn:microsoft.com/office/officeart/2018/2/layout/IconVerticalSolidList"/>
    <dgm:cxn modelId="{774143DB-0917-4AC2-AEAE-DFF57BE74DBB}" type="presParOf" srcId="{CE1E2F4E-C0F6-4A2B-B911-EE499FA7670D}" destId="{48BF44A9-9B79-43B4-BFEF-753F46CEB709}" srcOrd="0" destOrd="0" presId="urn:microsoft.com/office/officeart/2018/2/layout/IconVerticalSolidList"/>
    <dgm:cxn modelId="{F8065A9F-6020-40B8-BE1C-36D23A212938}" type="presParOf" srcId="{CE1E2F4E-C0F6-4A2B-B911-EE499FA7670D}" destId="{74985C28-5E0C-4E52-B264-76E0A772247E}" srcOrd="1" destOrd="0" presId="urn:microsoft.com/office/officeart/2018/2/layout/IconVerticalSolidList"/>
    <dgm:cxn modelId="{549F8B8A-9F2E-4D18-9A66-9EE8D9039024}" type="presParOf" srcId="{CE1E2F4E-C0F6-4A2B-B911-EE499FA7670D}" destId="{13D9FD26-CCCE-4D26-8432-12029D317A1E}" srcOrd="2" destOrd="0" presId="urn:microsoft.com/office/officeart/2018/2/layout/IconVerticalSolidList"/>
    <dgm:cxn modelId="{657AB9C5-49AE-49F7-A473-BFB55A2DB9C1}" type="presParOf" srcId="{CE1E2F4E-C0F6-4A2B-B911-EE499FA7670D}" destId="{29D06C09-67FA-4D64-ADEB-2816FDC4273C}" srcOrd="3" destOrd="0" presId="urn:microsoft.com/office/officeart/2018/2/layout/IconVerticalSolidList"/>
    <dgm:cxn modelId="{793D4B68-A1BA-4CFA-9276-5577425BF083}" type="presParOf" srcId="{555C5BFB-E92F-4F13-B9EE-6721751A4AEC}" destId="{06BBBF05-2B95-42C7-B9E6-8EDE89A9F52C}" srcOrd="1" destOrd="0" presId="urn:microsoft.com/office/officeart/2018/2/layout/IconVerticalSolidList"/>
    <dgm:cxn modelId="{0ABC85A7-AB39-4C5D-BC97-7E22ED67D019}" type="presParOf" srcId="{555C5BFB-E92F-4F13-B9EE-6721751A4AEC}" destId="{E7F7EC58-E9FA-4CB7-88DB-F5958636A774}" srcOrd="2" destOrd="0" presId="urn:microsoft.com/office/officeart/2018/2/layout/IconVerticalSolidList"/>
    <dgm:cxn modelId="{519E6D3E-0C7C-4A6A-BE3D-32B3D718A785}" type="presParOf" srcId="{E7F7EC58-E9FA-4CB7-88DB-F5958636A774}" destId="{4F9A811E-B447-416B-A9FA-D179AF5B01D6}" srcOrd="0" destOrd="0" presId="urn:microsoft.com/office/officeart/2018/2/layout/IconVerticalSolidList"/>
    <dgm:cxn modelId="{DB6FE7FD-4565-4FA6-B6A2-18313D1E1B7F}" type="presParOf" srcId="{E7F7EC58-E9FA-4CB7-88DB-F5958636A774}" destId="{D3D021EE-49A3-4777-996A-1B50C1CDCD7F}" srcOrd="1" destOrd="0" presId="urn:microsoft.com/office/officeart/2018/2/layout/IconVerticalSolidList"/>
    <dgm:cxn modelId="{55D54B6A-F9CC-4854-BC1C-85D24AE57986}" type="presParOf" srcId="{E7F7EC58-E9FA-4CB7-88DB-F5958636A774}" destId="{F2BFAC47-E41B-4F13-BB77-F9A2B9D40E28}" srcOrd="2" destOrd="0" presId="urn:microsoft.com/office/officeart/2018/2/layout/IconVerticalSolidList"/>
    <dgm:cxn modelId="{0C31571F-0FDD-4EF3-992C-034266CB04F9}" type="presParOf" srcId="{E7F7EC58-E9FA-4CB7-88DB-F5958636A774}" destId="{873C3171-2DB4-4DA7-8BA4-B3B51FA559EE}" srcOrd="3" destOrd="0" presId="urn:microsoft.com/office/officeart/2018/2/layout/IconVerticalSolidList"/>
    <dgm:cxn modelId="{1E96BB5A-8C9C-4FF1-9613-457C959DEC85}" type="presParOf" srcId="{E7F7EC58-E9FA-4CB7-88DB-F5958636A774}" destId="{66BFF57A-81FD-4F20-96CD-4F50D2312798}" srcOrd="4" destOrd="0" presId="urn:microsoft.com/office/officeart/2018/2/layout/IconVerticalSolidList"/>
    <dgm:cxn modelId="{6470D37C-9114-4859-890A-F906523F7319}" type="presParOf" srcId="{555C5BFB-E92F-4F13-B9EE-6721751A4AEC}" destId="{1E1D5792-240A-4A4E-80CD-D93C052E364B}" srcOrd="3" destOrd="0" presId="urn:microsoft.com/office/officeart/2018/2/layout/IconVerticalSolidList"/>
    <dgm:cxn modelId="{4AA551A0-DBEE-484E-A1B1-670ADED405D3}" type="presParOf" srcId="{555C5BFB-E92F-4F13-B9EE-6721751A4AEC}" destId="{3DCB2B49-9596-4FAF-A591-E59B05811112}" srcOrd="4" destOrd="0" presId="urn:microsoft.com/office/officeart/2018/2/layout/IconVerticalSolidList"/>
    <dgm:cxn modelId="{C2FB16AC-A8FC-4623-8D22-E3D28A7B7620}" type="presParOf" srcId="{3DCB2B49-9596-4FAF-A591-E59B05811112}" destId="{AC2340EC-F64C-40B6-98FF-158434FE36EF}" srcOrd="0" destOrd="0" presId="urn:microsoft.com/office/officeart/2018/2/layout/IconVerticalSolidList"/>
    <dgm:cxn modelId="{A56ADFD0-3B98-42D7-A34F-00180AE64480}" type="presParOf" srcId="{3DCB2B49-9596-4FAF-A591-E59B05811112}" destId="{D3FCC206-D54D-41C5-BF08-C8A3A8E9404B}" srcOrd="1" destOrd="0" presId="urn:microsoft.com/office/officeart/2018/2/layout/IconVerticalSolidList"/>
    <dgm:cxn modelId="{C29529D2-F2EE-4C29-8304-D44405EC5652}" type="presParOf" srcId="{3DCB2B49-9596-4FAF-A591-E59B05811112}" destId="{C924D38F-2116-4AE3-AA9D-EA0CBB96D95C}" srcOrd="2" destOrd="0" presId="urn:microsoft.com/office/officeart/2018/2/layout/IconVerticalSolidList"/>
    <dgm:cxn modelId="{6DCAC749-3F25-448B-854A-A04EDE5EE670}" type="presParOf" srcId="{3DCB2B49-9596-4FAF-A591-E59B05811112}" destId="{EB869DBD-B345-410B-A9E3-8B3BBAC75938}" srcOrd="3" destOrd="0" presId="urn:microsoft.com/office/officeart/2018/2/layout/IconVerticalSolidList"/>
    <dgm:cxn modelId="{E89EA7D2-0763-4E98-BA23-9281456FCF04}" type="presParOf" srcId="{3DCB2B49-9596-4FAF-A591-E59B05811112}" destId="{71B25237-F859-48A3-B2D2-88F2CBEFD833}" srcOrd="4" destOrd="0" presId="urn:microsoft.com/office/officeart/2018/2/layout/IconVerticalSolidList"/>
    <dgm:cxn modelId="{DBA86B9A-8A59-42C9-A27E-5240E843BBCC}" type="presParOf" srcId="{555C5BFB-E92F-4F13-B9EE-6721751A4AEC}" destId="{148C1B4F-70E9-4B89-A77C-66AFFA048EBC}" srcOrd="5" destOrd="0" presId="urn:microsoft.com/office/officeart/2018/2/layout/IconVerticalSolidList"/>
    <dgm:cxn modelId="{B3CD0B93-55A8-4FC0-B401-40E96D89B9B2}" type="presParOf" srcId="{555C5BFB-E92F-4F13-B9EE-6721751A4AEC}" destId="{B7CF3746-0891-43B0-929B-277F8104ADF6}" srcOrd="6" destOrd="0" presId="urn:microsoft.com/office/officeart/2018/2/layout/IconVerticalSolidList"/>
    <dgm:cxn modelId="{E89A18E4-FC80-465F-85E0-B137221233CF}" type="presParOf" srcId="{B7CF3746-0891-43B0-929B-277F8104ADF6}" destId="{81354F45-5C74-4730-9882-D42EAECAF1AB}" srcOrd="0" destOrd="0" presId="urn:microsoft.com/office/officeart/2018/2/layout/IconVerticalSolidList"/>
    <dgm:cxn modelId="{96610C72-C4A0-4C3F-B696-522DB87894FF}" type="presParOf" srcId="{B7CF3746-0891-43B0-929B-277F8104ADF6}" destId="{C1547182-B073-40D5-A111-DA7184E0F1F6}" srcOrd="1" destOrd="0" presId="urn:microsoft.com/office/officeart/2018/2/layout/IconVerticalSolidList"/>
    <dgm:cxn modelId="{7369A01E-A1BD-430D-9B31-FD3F05C1F31E}" type="presParOf" srcId="{B7CF3746-0891-43B0-929B-277F8104ADF6}" destId="{26315B13-4C90-46F7-8218-774626D05395}" srcOrd="2" destOrd="0" presId="urn:microsoft.com/office/officeart/2018/2/layout/IconVerticalSolidList"/>
    <dgm:cxn modelId="{783D42BA-FF43-43E1-98D2-783D1D4068DB}" type="presParOf" srcId="{B7CF3746-0891-43B0-929B-277F8104ADF6}" destId="{7F391280-1D06-4BE4-AE45-A12FB9480599}" srcOrd="3" destOrd="0" presId="urn:microsoft.com/office/officeart/2018/2/layout/IconVerticalSolidList"/>
    <dgm:cxn modelId="{8BEC4FF1-096E-4813-B5B4-1D685BD49B78}" type="presParOf" srcId="{B7CF3746-0891-43B0-929B-277F8104ADF6}" destId="{0A384C4B-576E-4F5C-9C1A-C4B899004F46}" srcOrd="4" destOrd="0" presId="urn:microsoft.com/office/officeart/2018/2/layout/IconVerticalSolidList"/>
    <dgm:cxn modelId="{B9DC4347-DEEE-4364-997D-662FB1C778B7}" type="presParOf" srcId="{555C5BFB-E92F-4F13-B9EE-6721751A4AEC}" destId="{52520C25-D5B6-43A3-8317-235CE4D5CE13}" srcOrd="7" destOrd="0" presId="urn:microsoft.com/office/officeart/2018/2/layout/IconVerticalSolidList"/>
    <dgm:cxn modelId="{15B23C5B-9E2E-4F54-94C6-F3449EF4F2D6}" type="presParOf" srcId="{555C5BFB-E92F-4F13-B9EE-6721751A4AEC}" destId="{57732EE9-4B8C-4776-8A21-14D179FCB43A}" srcOrd="8" destOrd="0" presId="urn:microsoft.com/office/officeart/2018/2/layout/IconVerticalSolidList"/>
    <dgm:cxn modelId="{40A24A99-F5E5-4F57-9BC9-EE6816ACA598}" type="presParOf" srcId="{57732EE9-4B8C-4776-8A21-14D179FCB43A}" destId="{99836F86-99CB-4B85-9E59-34FCD742E80F}" srcOrd="0" destOrd="0" presId="urn:microsoft.com/office/officeart/2018/2/layout/IconVerticalSolidList"/>
    <dgm:cxn modelId="{CEFB33F1-3D9C-4E0F-918A-175D73C2CB08}" type="presParOf" srcId="{57732EE9-4B8C-4776-8A21-14D179FCB43A}" destId="{BC6601FC-BAA4-4FF5-BB8F-DACC2CA1BCFF}" srcOrd="1" destOrd="0" presId="urn:microsoft.com/office/officeart/2018/2/layout/IconVerticalSolidList"/>
    <dgm:cxn modelId="{A8F964F6-35EA-49C6-ADFE-AA43829E4397}" type="presParOf" srcId="{57732EE9-4B8C-4776-8A21-14D179FCB43A}" destId="{884657B1-39FA-47FE-83BC-58474F80C9B8}" srcOrd="2" destOrd="0" presId="urn:microsoft.com/office/officeart/2018/2/layout/IconVerticalSolidList"/>
    <dgm:cxn modelId="{6E317213-403F-48FB-99F0-FD63D44903AA}" type="presParOf" srcId="{57732EE9-4B8C-4776-8A21-14D179FCB43A}" destId="{69C50FDA-BF6C-44C2-A78D-80A6659BD24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0640B2-A67E-4C00-B927-F56E09991C94}" type="doc">
      <dgm:prSet loTypeId="urn:microsoft.com/office/officeart/2016/7/layout/BasicLinearProcessNumbered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B9CF73D-8032-40A8-A5A6-D2A6C0307231}">
      <dgm:prSet/>
      <dgm:spPr/>
      <dgm:t>
        <a:bodyPr/>
        <a:lstStyle/>
        <a:p>
          <a:r>
            <a:rPr lang="en-US" b="1"/>
            <a:t>Data Sorting and Filtering</a:t>
          </a:r>
          <a:r>
            <a:rPr lang="en-US"/>
            <a:t>: Algorithms sort flights and hotels by price and match them to user budgets.</a:t>
          </a:r>
        </a:p>
      </dgm:t>
    </dgm:pt>
    <dgm:pt modelId="{AA9FC653-2FF2-4E18-8A91-ED0EE57BD362}" type="parTrans" cxnId="{479CC0E8-1DA3-4867-ACA4-D411D853007B}">
      <dgm:prSet/>
      <dgm:spPr/>
      <dgm:t>
        <a:bodyPr/>
        <a:lstStyle/>
        <a:p>
          <a:endParaRPr lang="en-US"/>
        </a:p>
      </dgm:t>
    </dgm:pt>
    <dgm:pt modelId="{93A9C2F6-2994-4C7D-9775-EEAD052EF2BC}" type="sibTrans" cxnId="{479CC0E8-1DA3-4867-ACA4-D411D853007B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CE799F8A-D8D2-41BD-8637-60D69E9B5D27}">
      <dgm:prSet/>
      <dgm:spPr/>
      <dgm:t>
        <a:bodyPr/>
        <a:lstStyle/>
        <a:p>
          <a:pPr rtl="0"/>
          <a:r>
            <a:rPr lang="en-US" b="1"/>
            <a:t>Simulated Intelligence:</a:t>
          </a:r>
          <a:r>
            <a:rPr lang="en-US"/>
            <a:t> The system automates complex tasks like travel planning, booking, and negotiation, which would otherwise require manual effort.</a:t>
          </a:r>
          <a:endParaRPr lang="en-US">
            <a:latin typeface="Aptos Display" panose="020F0302020204030204"/>
          </a:endParaRPr>
        </a:p>
      </dgm:t>
    </dgm:pt>
    <dgm:pt modelId="{B8A75982-90AC-4B0E-B6E5-60278BB65F8D}" type="parTrans" cxnId="{357BF834-E50F-48D1-A666-99AEF5E2FD54}">
      <dgm:prSet/>
      <dgm:spPr/>
      <dgm:t>
        <a:bodyPr/>
        <a:lstStyle/>
        <a:p>
          <a:endParaRPr lang="en-US"/>
        </a:p>
      </dgm:t>
    </dgm:pt>
    <dgm:pt modelId="{72C4425C-41E3-4F0C-B174-AE4B95C63DBB}" type="sibTrans" cxnId="{357BF834-E50F-48D1-A666-99AEF5E2FD54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708D80A8-E6AC-4A35-A0DC-8CEB8ADE3667}">
      <dgm:prSet/>
      <dgm:spPr/>
      <dgm:t>
        <a:bodyPr/>
        <a:lstStyle/>
        <a:p>
          <a:pPr rtl="0"/>
          <a:r>
            <a:rPr lang="en-US" b="1"/>
            <a:t>API Integration</a:t>
          </a:r>
          <a:r>
            <a:rPr lang="en-US"/>
            <a:t>: The use of external APIs (e.g., Amadeus, Azure Cognitive Services) enables intelligent behavior by leveraging external data and services.</a:t>
          </a:r>
          <a:endParaRPr lang="en-US">
            <a:latin typeface="Aptos Display" panose="020F0302020204030204"/>
          </a:endParaRPr>
        </a:p>
      </dgm:t>
    </dgm:pt>
    <dgm:pt modelId="{C7E47A13-0AFA-449A-9ADB-60AB8B4E91D3}" type="parTrans" cxnId="{5CB16B13-6E35-4C02-85A0-23466BA2CF54}">
      <dgm:prSet/>
      <dgm:spPr/>
      <dgm:t>
        <a:bodyPr/>
        <a:lstStyle/>
        <a:p>
          <a:endParaRPr lang="en-US"/>
        </a:p>
      </dgm:t>
    </dgm:pt>
    <dgm:pt modelId="{31BA99FB-C843-4CF4-85E9-FDB2B69BE99B}" type="sibTrans" cxnId="{5CB16B13-6E35-4C02-85A0-23466BA2CF54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8BE7C2D7-C4D1-462E-8350-5C3E32FE05C6}">
      <dgm:prSet/>
      <dgm:spPr/>
      <dgm:t>
        <a:bodyPr/>
        <a:lstStyle/>
        <a:p>
          <a:r>
            <a:rPr lang="en-US"/>
            <a:t>The code integrates perception, decision-making, and action components, along with automation and intelligent behavior, to act as an AI agent. It simplifies travel planning and negotiation tasks, demonstrating its role as an intelligent assistant.</a:t>
          </a:r>
        </a:p>
      </dgm:t>
    </dgm:pt>
    <dgm:pt modelId="{DC2114C3-88CC-4CB3-9CED-38E24783CEB2}" type="parTrans" cxnId="{A894CB0B-8898-4FC1-A262-06E8C1140FEA}">
      <dgm:prSet/>
      <dgm:spPr/>
      <dgm:t>
        <a:bodyPr/>
        <a:lstStyle/>
        <a:p>
          <a:endParaRPr lang="en-US"/>
        </a:p>
      </dgm:t>
    </dgm:pt>
    <dgm:pt modelId="{E8A6B116-DBDF-4CBB-9DF6-9BF058495690}" type="sibTrans" cxnId="{A894CB0B-8898-4FC1-A262-06E8C1140FEA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588BAC35-B9B5-496C-BE90-4D0735AE54FE}" type="pres">
      <dgm:prSet presAssocID="{C80640B2-A67E-4C00-B927-F56E09991C94}" presName="Name0" presStyleCnt="0">
        <dgm:presLayoutVars>
          <dgm:animLvl val="lvl"/>
          <dgm:resizeHandles val="exact"/>
        </dgm:presLayoutVars>
      </dgm:prSet>
      <dgm:spPr/>
    </dgm:pt>
    <dgm:pt modelId="{CB6B18B7-FB2C-4B78-AE55-467A06DA68F4}" type="pres">
      <dgm:prSet presAssocID="{7B9CF73D-8032-40A8-A5A6-D2A6C0307231}" presName="compositeNode" presStyleCnt="0">
        <dgm:presLayoutVars>
          <dgm:bulletEnabled val="1"/>
        </dgm:presLayoutVars>
      </dgm:prSet>
      <dgm:spPr/>
    </dgm:pt>
    <dgm:pt modelId="{DD1AEAC7-80BD-44E2-B134-F761D1EB7DE6}" type="pres">
      <dgm:prSet presAssocID="{7B9CF73D-8032-40A8-A5A6-D2A6C0307231}" presName="bgRect" presStyleLbl="bgAccFollowNode1" presStyleIdx="0" presStyleCnt="4"/>
      <dgm:spPr/>
    </dgm:pt>
    <dgm:pt modelId="{4BC83F58-1BBF-4E8D-ACC9-1C75BDB4D398}" type="pres">
      <dgm:prSet presAssocID="{93A9C2F6-2994-4C7D-9775-EEAD052EF2BC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BFFD1ABB-16AE-49BC-9F49-96931A1664FB}" type="pres">
      <dgm:prSet presAssocID="{7B9CF73D-8032-40A8-A5A6-D2A6C0307231}" presName="bottomLine" presStyleLbl="alignNode1" presStyleIdx="1" presStyleCnt="8">
        <dgm:presLayoutVars/>
      </dgm:prSet>
      <dgm:spPr/>
    </dgm:pt>
    <dgm:pt modelId="{F40133E9-6256-4252-86C1-6F0398F8021C}" type="pres">
      <dgm:prSet presAssocID="{7B9CF73D-8032-40A8-A5A6-D2A6C0307231}" presName="nodeText" presStyleLbl="bgAccFollowNode1" presStyleIdx="0" presStyleCnt="4">
        <dgm:presLayoutVars>
          <dgm:bulletEnabled val="1"/>
        </dgm:presLayoutVars>
      </dgm:prSet>
      <dgm:spPr/>
    </dgm:pt>
    <dgm:pt modelId="{08CF5FD1-08A0-461A-AB36-6DA528128354}" type="pres">
      <dgm:prSet presAssocID="{93A9C2F6-2994-4C7D-9775-EEAD052EF2BC}" presName="sibTrans" presStyleCnt="0"/>
      <dgm:spPr/>
    </dgm:pt>
    <dgm:pt modelId="{E3385C0B-BC12-49EE-8577-64C5A326D194}" type="pres">
      <dgm:prSet presAssocID="{CE799F8A-D8D2-41BD-8637-60D69E9B5D27}" presName="compositeNode" presStyleCnt="0">
        <dgm:presLayoutVars>
          <dgm:bulletEnabled val="1"/>
        </dgm:presLayoutVars>
      </dgm:prSet>
      <dgm:spPr/>
    </dgm:pt>
    <dgm:pt modelId="{23FDBB1C-7914-4E51-B4BB-007B9FB3AEAA}" type="pres">
      <dgm:prSet presAssocID="{CE799F8A-D8D2-41BD-8637-60D69E9B5D27}" presName="bgRect" presStyleLbl="bgAccFollowNode1" presStyleIdx="1" presStyleCnt="4"/>
      <dgm:spPr/>
    </dgm:pt>
    <dgm:pt modelId="{420C973B-5DBB-46F2-9687-DB842870AE8E}" type="pres">
      <dgm:prSet presAssocID="{72C4425C-41E3-4F0C-B174-AE4B95C63DBB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EC722C04-0C6A-4D93-9521-690320F52168}" type="pres">
      <dgm:prSet presAssocID="{CE799F8A-D8D2-41BD-8637-60D69E9B5D27}" presName="bottomLine" presStyleLbl="alignNode1" presStyleIdx="3" presStyleCnt="8">
        <dgm:presLayoutVars/>
      </dgm:prSet>
      <dgm:spPr/>
    </dgm:pt>
    <dgm:pt modelId="{C7FFA25C-1451-45FF-960F-7A4E2BEA02DF}" type="pres">
      <dgm:prSet presAssocID="{CE799F8A-D8D2-41BD-8637-60D69E9B5D27}" presName="nodeText" presStyleLbl="bgAccFollowNode1" presStyleIdx="1" presStyleCnt="4">
        <dgm:presLayoutVars>
          <dgm:bulletEnabled val="1"/>
        </dgm:presLayoutVars>
      </dgm:prSet>
      <dgm:spPr/>
    </dgm:pt>
    <dgm:pt modelId="{51AE1EF5-39CF-48BD-901B-FEF943F21878}" type="pres">
      <dgm:prSet presAssocID="{72C4425C-41E3-4F0C-B174-AE4B95C63DBB}" presName="sibTrans" presStyleCnt="0"/>
      <dgm:spPr/>
    </dgm:pt>
    <dgm:pt modelId="{93274BA6-C489-45D0-9FB4-0CAED769C918}" type="pres">
      <dgm:prSet presAssocID="{708D80A8-E6AC-4A35-A0DC-8CEB8ADE3667}" presName="compositeNode" presStyleCnt="0">
        <dgm:presLayoutVars>
          <dgm:bulletEnabled val="1"/>
        </dgm:presLayoutVars>
      </dgm:prSet>
      <dgm:spPr/>
    </dgm:pt>
    <dgm:pt modelId="{BFAADC42-1014-43CB-9356-E0716B98E076}" type="pres">
      <dgm:prSet presAssocID="{708D80A8-E6AC-4A35-A0DC-8CEB8ADE3667}" presName="bgRect" presStyleLbl="bgAccFollowNode1" presStyleIdx="2" presStyleCnt="4"/>
      <dgm:spPr/>
    </dgm:pt>
    <dgm:pt modelId="{7EB68958-D9F5-4E48-9F3C-FF666DAC5C7C}" type="pres">
      <dgm:prSet presAssocID="{31BA99FB-C843-4CF4-85E9-FDB2B69BE99B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42678257-F9B4-43E0-9215-81B911561260}" type="pres">
      <dgm:prSet presAssocID="{708D80A8-E6AC-4A35-A0DC-8CEB8ADE3667}" presName="bottomLine" presStyleLbl="alignNode1" presStyleIdx="5" presStyleCnt="8">
        <dgm:presLayoutVars/>
      </dgm:prSet>
      <dgm:spPr/>
    </dgm:pt>
    <dgm:pt modelId="{F31831E7-7FCE-4B27-9C56-F78ABA63B3B1}" type="pres">
      <dgm:prSet presAssocID="{708D80A8-E6AC-4A35-A0DC-8CEB8ADE3667}" presName="nodeText" presStyleLbl="bgAccFollowNode1" presStyleIdx="2" presStyleCnt="4">
        <dgm:presLayoutVars>
          <dgm:bulletEnabled val="1"/>
        </dgm:presLayoutVars>
      </dgm:prSet>
      <dgm:spPr/>
    </dgm:pt>
    <dgm:pt modelId="{B843A2A0-0E79-4535-8E03-3C4B88C68BED}" type="pres">
      <dgm:prSet presAssocID="{31BA99FB-C843-4CF4-85E9-FDB2B69BE99B}" presName="sibTrans" presStyleCnt="0"/>
      <dgm:spPr/>
    </dgm:pt>
    <dgm:pt modelId="{395A5FA0-A8B6-4925-8D4B-32C1A2F325D3}" type="pres">
      <dgm:prSet presAssocID="{8BE7C2D7-C4D1-462E-8350-5C3E32FE05C6}" presName="compositeNode" presStyleCnt="0">
        <dgm:presLayoutVars>
          <dgm:bulletEnabled val="1"/>
        </dgm:presLayoutVars>
      </dgm:prSet>
      <dgm:spPr/>
    </dgm:pt>
    <dgm:pt modelId="{8BF68A28-A93C-4EE7-BD6D-59DE2AB39126}" type="pres">
      <dgm:prSet presAssocID="{8BE7C2D7-C4D1-462E-8350-5C3E32FE05C6}" presName="bgRect" presStyleLbl="bgAccFollowNode1" presStyleIdx="3" presStyleCnt="4"/>
      <dgm:spPr/>
    </dgm:pt>
    <dgm:pt modelId="{65AC9697-7E69-4A24-B57A-87E9BACB2D5F}" type="pres">
      <dgm:prSet presAssocID="{E8A6B116-DBDF-4CBB-9DF6-9BF058495690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0AAF37EC-3F4E-45FC-99CD-82744B029AA6}" type="pres">
      <dgm:prSet presAssocID="{8BE7C2D7-C4D1-462E-8350-5C3E32FE05C6}" presName="bottomLine" presStyleLbl="alignNode1" presStyleIdx="7" presStyleCnt="8">
        <dgm:presLayoutVars/>
      </dgm:prSet>
      <dgm:spPr/>
    </dgm:pt>
    <dgm:pt modelId="{A1B8157C-9146-4B4A-ACA4-9EBF81A63DD7}" type="pres">
      <dgm:prSet presAssocID="{8BE7C2D7-C4D1-462E-8350-5C3E32FE05C6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A894CB0B-8898-4FC1-A262-06E8C1140FEA}" srcId="{C80640B2-A67E-4C00-B927-F56E09991C94}" destId="{8BE7C2D7-C4D1-462E-8350-5C3E32FE05C6}" srcOrd="3" destOrd="0" parTransId="{DC2114C3-88CC-4CB3-9CED-38E24783CEB2}" sibTransId="{E8A6B116-DBDF-4CBB-9DF6-9BF058495690}"/>
    <dgm:cxn modelId="{5CB16B13-6E35-4C02-85A0-23466BA2CF54}" srcId="{C80640B2-A67E-4C00-B927-F56E09991C94}" destId="{708D80A8-E6AC-4A35-A0DC-8CEB8ADE3667}" srcOrd="2" destOrd="0" parTransId="{C7E47A13-0AFA-449A-9ADB-60AB8B4E91D3}" sibTransId="{31BA99FB-C843-4CF4-85E9-FDB2B69BE99B}"/>
    <dgm:cxn modelId="{E340D916-272A-4B16-BF7B-74949A363251}" type="presOf" srcId="{E8A6B116-DBDF-4CBB-9DF6-9BF058495690}" destId="{65AC9697-7E69-4A24-B57A-87E9BACB2D5F}" srcOrd="0" destOrd="0" presId="urn:microsoft.com/office/officeart/2016/7/layout/BasicLinearProcessNumbered"/>
    <dgm:cxn modelId="{E1B9B421-1681-47FC-A151-7B7356FF151C}" type="presOf" srcId="{7B9CF73D-8032-40A8-A5A6-D2A6C0307231}" destId="{F40133E9-6256-4252-86C1-6F0398F8021C}" srcOrd="1" destOrd="0" presId="urn:microsoft.com/office/officeart/2016/7/layout/BasicLinearProcessNumbered"/>
    <dgm:cxn modelId="{357BF834-E50F-48D1-A666-99AEF5E2FD54}" srcId="{C80640B2-A67E-4C00-B927-F56E09991C94}" destId="{CE799F8A-D8D2-41BD-8637-60D69E9B5D27}" srcOrd="1" destOrd="0" parTransId="{B8A75982-90AC-4B0E-B6E5-60278BB65F8D}" sibTransId="{72C4425C-41E3-4F0C-B174-AE4B95C63DBB}"/>
    <dgm:cxn modelId="{A51B495E-564F-46D5-A2F4-7F0E4831059A}" type="presOf" srcId="{8BE7C2D7-C4D1-462E-8350-5C3E32FE05C6}" destId="{A1B8157C-9146-4B4A-ACA4-9EBF81A63DD7}" srcOrd="1" destOrd="0" presId="urn:microsoft.com/office/officeart/2016/7/layout/BasicLinearProcessNumbered"/>
    <dgm:cxn modelId="{974BF946-073B-4006-859B-7788914066B0}" type="presOf" srcId="{708D80A8-E6AC-4A35-A0DC-8CEB8ADE3667}" destId="{BFAADC42-1014-43CB-9356-E0716B98E076}" srcOrd="0" destOrd="0" presId="urn:microsoft.com/office/officeart/2016/7/layout/BasicLinearProcessNumbered"/>
    <dgm:cxn modelId="{F2F4B068-CBF9-4AFD-AC67-C593A0647DF9}" type="presOf" srcId="{CE799F8A-D8D2-41BD-8637-60D69E9B5D27}" destId="{C7FFA25C-1451-45FF-960F-7A4E2BEA02DF}" srcOrd="1" destOrd="0" presId="urn:microsoft.com/office/officeart/2016/7/layout/BasicLinearProcessNumbered"/>
    <dgm:cxn modelId="{51F7C94B-6075-4364-94D8-8535E362A5AA}" type="presOf" srcId="{31BA99FB-C843-4CF4-85E9-FDB2B69BE99B}" destId="{7EB68958-D9F5-4E48-9F3C-FF666DAC5C7C}" srcOrd="0" destOrd="0" presId="urn:microsoft.com/office/officeart/2016/7/layout/BasicLinearProcessNumbered"/>
    <dgm:cxn modelId="{B751307A-66A3-4E01-AAF4-F0A812BBE62F}" type="presOf" srcId="{C80640B2-A67E-4C00-B927-F56E09991C94}" destId="{588BAC35-B9B5-496C-BE90-4D0735AE54FE}" srcOrd="0" destOrd="0" presId="urn:microsoft.com/office/officeart/2016/7/layout/BasicLinearProcessNumbered"/>
    <dgm:cxn modelId="{C167CA90-C71A-4555-9026-3A6A9EBB8532}" type="presOf" srcId="{7B9CF73D-8032-40A8-A5A6-D2A6C0307231}" destId="{DD1AEAC7-80BD-44E2-B134-F761D1EB7DE6}" srcOrd="0" destOrd="0" presId="urn:microsoft.com/office/officeart/2016/7/layout/BasicLinearProcessNumbered"/>
    <dgm:cxn modelId="{F4F19F97-C3A9-484C-B09E-BF01E5018801}" type="presOf" srcId="{93A9C2F6-2994-4C7D-9775-EEAD052EF2BC}" destId="{4BC83F58-1BBF-4E8D-ACC9-1C75BDB4D398}" srcOrd="0" destOrd="0" presId="urn:microsoft.com/office/officeart/2016/7/layout/BasicLinearProcessNumbered"/>
    <dgm:cxn modelId="{11469CD8-70C9-4E6D-9A6B-9494AD9ED41A}" type="presOf" srcId="{708D80A8-E6AC-4A35-A0DC-8CEB8ADE3667}" destId="{F31831E7-7FCE-4B27-9C56-F78ABA63B3B1}" srcOrd="1" destOrd="0" presId="urn:microsoft.com/office/officeart/2016/7/layout/BasicLinearProcessNumbered"/>
    <dgm:cxn modelId="{D8C2FDDC-440D-46E6-9EBA-DBF2AFD83A18}" type="presOf" srcId="{CE799F8A-D8D2-41BD-8637-60D69E9B5D27}" destId="{23FDBB1C-7914-4E51-B4BB-007B9FB3AEAA}" srcOrd="0" destOrd="0" presId="urn:microsoft.com/office/officeart/2016/7/layout/BasicLinearProcessNumbered"/>
    <dgm:cxn modelId="{DF767BE0-2D12-4F25-B687-A2C30656D3F3}" type="presOf" srcId="{72C4425C-41E3-4F0C-B174-AE4B95C63DBB}" destId="{420C973B-5DBB-46F2-9687-DB842870AE8E}" srcOrd="0" destOrd="0" presId="urn:microsoft.com/office/officeart/2016/7/layout/BasicLinearProcessNumbered"/>
    <dgm:cxn modelId="{479CC0E8-1DA3-4867-ACA4-D411D853007B}" srcId="{C80640B2-A67E-4C00-B927-F56E09991C94}" destId="{7B9CF73D-8032-40A8-A5A6-D2A6C0307231}" srcOrd="0" destOrd="0" parTransId="{AA9FC653-2FF2-4E18-8A91-ED0EE57BD362}" sibTransId="{93A9C2F6-2994-4C7D-9775-EEAD052EF2BC}"/>
    <dgm:cxn modelId="{9DE02AF0-5C63-4C5A-AEE3-CED0C7E5AD99}" type="presOf" srcId="{8BE7C2D7-C4D1-462E-8350-5C3E32FE05C6}" destId="{8BF68A28-A93C-4EE7-BD6D-59DE2AB39126}" srcOrd="0" destOrd="0" presId="urn:microsoft.com/office/officeart/2016/7/layout/BasicLinearProcessNumbered"/>
    <dgm:cxn modelId="{230646A7-DA99-44A6-BFFC-67004511E58C}" type="presParOf" srcId="{588BAC35-B9B5-496C-BE90-4D0735AE54FE}" destId="{CB6B18B7-FB2C-4B78-AE55-467A06DA68F4}" srcOrd="0" destOrd="0" presId="urn:microsoft.com/office/officeart/2016/7/layout/BasicLinearProcessNumbered"/>
    <dgm:cxn modelId="{B3922E55-5E14-4B11-BDAC-8FB828860614}" type="presParOf" srcId="{CB6B18B7-FB2C-4B78-AE55-467A06DA68F4}" destId="{DD1AEAC7-80BD-44E2-B134-F761D1EB7DE6}" srcOrd="0" destOrd="0" presId="urn:microsoft.com/office/officeart/2016/7/layout/BasicLinearProcessNumbered"/>
    <dgm:cxn modelId="{726A7B9C-7179-4CA7-80AE-26586C24E037}" type="presParOf" srcId="{CB6B18B7-FB2C-4B78-AE55-467A06DA68F4}" destId="{4BC83F58-1BBF-4E8D-ACC9-1C75BDB4D398}" srcOrd="1" destOrd="0" presId="urn:microsoft.com/office/officeart/2016/7/layout/BasicLinearProcessNumbered"/>
    <dgm:cxn modelId="{8AE439E1-D484-47A7-A9B3-1D5BDDC95C3C}" type="presParOf" srcId="{CB6B18B7-FB2C-4B78-AE55-467A06DA68F4}" destId="{BFFD1ABB-16AE-49BC-9F49-96931A1664FB}" srcOrd="2" destOrd="0" presId="urn:microsoft.com/office/officeart/2016/7/layout/BasicLinearProcessNumbered"/>
    <dgm:cxn modelId="{04469965-952A-4509-87DB-09B3705F7417}" type="presParOf" srcId="{CB6B18B7-FB2C-4B78-AE55-467A06DA68F4}" destId="{F40133E9-6256-4252-86C1-6F0398F8021C}" srcOrd="3" destOrd="0" presId="urn:microsoft.com/office/officeart/2016/7/layout/BasicLinearProcessNumbered"/>
    <dgm:cxn modelId="{8298D678-9E20-4D70-8E3D-58169E379988}" type="presParOf" srcId="{588BAC35-B9B5-496C-BE90-4D0735AE54FE}" destId="{08CF5FD1-08A0-461A-AB36-6DA528128354}" srcOrd="1" destOrd="0" presId="urn:microsoft.com/office/officeart/2016/7/layout/BasicLinearProcessNumbered"/>
    <dgm:cxn modelId="{E0F4EF4F-7889-475C-A5DA-C4F97E83FCFB}" type="presParOf" srcId="{588BAC35-B9B5-496C-BE90-4D0735AE54FE}" destId="{E3385C0B-BC12-49EE-8577-64C5A326D194}" srcOrd="2" destOrd="0" presId="urn:microsoft.com/office/officeart/2016/7/layout/BasicLinearProcessNumbered"/>
    <dgm:cxn modelId="{85D5CD31-9F37-47ED-9F36-DC5FCD82675A}" type="presParOf" srcId="{E3385C0B-BC12-49EE-8577-64C5A326D194}" destId="{23FDBB1C-7914-4E51-B4BB-007B9FB3AEAA}" srcOrd="0" destOrd="0" presId="urn:microsoft.com/office/officeart/2016/7/layout/BasicLinearProcessNumbered"/>
    <dgm:cxn modelId="{5590285B-94CB-4801-8BA7-60346FA83AA0}" type="presParOf" srcId="{E3385C0B-BC12-49EE-8577-64C5A326D194}" destId="{420C973B-5DBB-46F2-9687-DB842870AE8E}" srcOrd="1" destOrd="0" presId="urn:microsoft.com/office/officeart/2016/7/layout/BasicLinearProcessNumbered"/>
    <dgm:cxn modelId="{2217FFAD-153B-41D3-B4B7-20A8D77AC516}" type="presParOf" srcId="{E3385C0B-BC12-49EE-8577-64C5A326D194}" destId="{EC722C04-0C6A-4D93-9521-690320F52168}" srcOrd="2" destOrd="0" presId="urn:microsoft.com/office/officeart/2016/7/layout/BasicLinearProcessNumbered"/>
    <dgm:cxn modelId="{00D6DB03-F7DF-4387-8BBB-5863FC5B4115}" type="presParOf" srcId="{E3385C0B-BC12-49EE-8577-64C5A326D194}" destId="{C7FFA25C-1451-45FF-960F-7A4E2BEA02DF}" srcOrd="3" destOrd="0" presId="urn:microsoft.com/office/officeart/2016/7/layout/BasicLinearProcessNumbered"/>
    <dgm:cxn modelId="{7E51B6B0-7C0E-4AD9-8A24-213F2DD22417}" type="presParOf" srcId="{588BAC35-B9B5-496C-BE90-4D0735AE54FE}" destId="{51AE1EF5-39CF-48BD-901B-FEF943F21878}" srcOrd="3" destOrd="0" presId="urn:microsoft.com/office/officeart/2016/7/layout/BasicLinearProcessNumbered"/>
    <dgm:cxn modelId="{5CA5914C-FC35-4CFE-84C1-C6E39E37A912}" type="presParOf" srcId="{588BAC35-B9B5-496C-BE90-4D0735AE54FE}" destId="{93274BA6-C489-45D0-9FB4-0CAED769C918}" srcOrd="4" destOrd="0" presId="urn:microsoft.com/office/officeart/2016/7/layout/BasicLinearProcessNumbered"/>
    <dgm:cxn modelId="{FFB1D4EC-965F-4EFF-81E1-A4C547BE3A71}" type="presParOf" srcId="{93274BA6-C489-45D0-9FB4-0CAED769C918}" destId="{BFAADC42-1014-43CB-9356-E0716B98E076}" srcOrd="0" destOrd="0" presId="urn:microsoft.com/office/officeart/2016/7/layout/BasicLinearProcessNumbered"/>
    <dgm:cxn modelId="{94D83BA4-22E2-4AF8-8486-6857AF18FF17}" type="presParOf" srcId="{93274BA6-C489-45D0-9FB4-0CAED769C918}" destId="{7EB68958-D9F5-4E48-9F3C-FF666DAC5C7C}" srcOrd="1" destOrd="0" presId="urn:microsoft.com/office/officeart/2016/7/layout/BasicLinearProcessNumbered"/>
    <dgm:cxn modelId="{123EBC8E-5500-4BB2-BA67-62F53D716F80}" type="presParOf" srcId="{93274BA6-C489-45D0-9FB4-0CAED769C918}" destId="{42678257-F9B4-43E0-9215-81B911561260}" srcOrd="2" destOrd="0" presId="urn:microsoft.com/office/officeart/2016/7/layout/BasicLinearProcessNumbered"/>
    <dgm:cxn modelId="{3D5E9EF7-D4F0-4D51-A91C-6E9D4D635B03}" type="presParOf" srcId="{93274BA6-C489-45D0-9FB4-0CAED769C918}" destId="{F31831E7-7FCE-4B27-9C56-F78ABA63B3B1}" srcOrd="3" destOrd="0" presId="urn:microsoft.com/office/officeart/2016/7/layout/BasicLinearProcessNumbered"/>
    <dgm:cxn modelId="{B175E4C1-6F82-4053-ADB1-AFB5A84EA406}" type="presParOf" srcId="{588BAC35-B9B5-496C-BE90-4D0735AE54FE}" destId="{B843A2A0-0E79-4535-8E03-3C4B88C68BED}" srcOrd="5" destOrd="0" presId="urn:microsoft.com/office/officeart/2016/7/layout/BasicLinearProcessNumbered"/>
    <dgm:cxn modelId="{2A84C3CA-4B2D-4414-A7F1-8AD32EA45DCE}" type="presParOf" srcId="{588BAC35-B9B5-496C-BE90-4D0735AE54FE}" destId="{395A5FA0-A8B6-4925-8D4B-32C1A2F325D3}" srcOrd="6" destOrd="0" presId="urn:microsoft.com/office/officeart/2016/7/layout/BasicLinearProcessNumbered"/>
    <dgm:cxn modelId="{138E502F-7D37-4C01-B6CC-58C26E504717}" type="presParOf" srcId="{395A5FA0-A8B6-4925-8D4B-32C1A2F325D3}" destId="{8BF68A28-A93C-4EE7-BD6D-59DE2AB39126}" srcOrd="0" destOrd="0" presId="urn:microsoft.com/office/officeart/2016/7/layout/BasicLinearProcessNumbered"/>
    <dgm:cxn modelId="{3309DC8E-6FB5-43BD-82ED-C57A1BA0D9D3}" type="presParOf" srcId="{395A5FA0-A8B6-4925-8D4B-32C1A2F325D3}" destId="{65AC9697-7E69-4A24-B57A-87E9BACB2D5F}" srcOrd="1" destOrd="0" presId="urn:microsoft.com/office/officeart/2016/7/layout/BasicLinearProcessNumbered"/>
    <dgm:cxn modelId="{0ABC694E-0E28-4D0F-8CDD-71F83E1604E1}" type="presParOf" srcId="{395A5FA0-A8B6-4925-8D4B-32C1A2F325D3}" destId="{0AAF37EC-3F4E-45FC-99CD-82744B029AA6}" srcOrd="2" destOrd="0" presId="urn:microsoft.com/office/officeart/2016/7/layout/BasicLinearProcessNumbered"/>
    <dgm:cxn modelId="{C0BC0BBF-E4FE-4E7C-9D7E-16059B1723E0}" type="presParOf" srcId="{395A5FA0-A8B6-4925-8D4B-32C1A2F325D3}" destId="{A1B8157C-9146-4B4A-ACA4-9EBF81A63DD7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BF44A9-9B79-43B4-BFEF-753F46CEB709}">
      <dsp:nvSpPr>
        <dsp:cNvPr id="0" name=""/>
        <dsp:cNvSpPr/>
      </dsp:nvSpPr>
      <dsp:spPr>
        <a:xfrm>
          <a:off x="0" y="5319"/>
          <a:ext cx="10927829" cy="5869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985C28-5E0C-4E52-B264-76E0A772247E}">
      <dsp:nvSpPr>
        <dsp:cNvPr id="0" name=""/>
        <dsp:cNvSpPr/>
      </dsp:nvSpPr>
      <dsp:spPr>
        <a:xfrm>
          <a:off x="177558" y="137388"/>
          <a:ext cx="323149" cy="3228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06C09-67FA-4D64-ADEB-2816FDC4273C}">
      <dsp:nvSpPr>
        <dsp:cNvPr id="0" name=""/>
        <dsp:cNvSpPr/>
      </dsp:nvSpPr>
      <dsp:spPr>
        <a:xfrm>
          <a:off x="678266" y="5319"/>
          <a:ext cx="10188624" cy="697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69" tIns="73769" rIns="73769" bIns="7376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Travel Planning and Booking</a:t>
          </a:r>
          <a:endParaRPr lang="en-US" sz="1400" kern="1200"/>
        </a:p>
      </dsp:txBody>
      <dsp:txXfrm>
        <a:off x="678266" y="5319"/>
        <a:ext cx="10188624" cy="697027"/>
      </dsp:txXfrm>
    </dsp:sp>
    <dsp:sp modelId="{4F9A811E-B447-416B-A9FA-D179AF5B01D6}">
      <dsp:nvSpPr>
        <dsp:cNvPr id="0" name=""/>
        <dsp:cNvSpPr/>
      </dsp:nvSpPr>
      <dsp:spPr>
        <a:xfrm>
          <a:off x="0" y="876604"/>
          <a:ext cx="10927829" cy="5869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D021EE-49A3-4777-996A-1B50C1CDCD7F}">
      <dsp:nvSpPr>
        <dsp:cNvPr id="0" name=""/>
        <dsp:cNvSpPr/>
      </dsp:nvSpPr>
      <dsp:spPr>
        <a:xfrm>
          <a:off x="177558" y="1008672"/>
          <a:ext cx="323149" cy="3228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3C3171-2DB4-4DA7-8BA4-B3B51FA559EE}">
      <dsp:nvSpPr>
        <dsp:cNvPr id="0" name=""/>
        <dsp:cNvSpPr/>
      </dsp:nvSpPr>
      <dsp:spPr>
        <a:xfrm>
          <a:off x="678266" y="876604"/>
          <a:ext cx="4917523" cy="697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69" tIns="73769" rIns="73769" bIns="7376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It integrates with external APIs (e.g., Amadeus API) to search, sort, and combine flight and hotel options into travel packages based on user preferences and budget.</a:t>
          </a:r>
        </a:p>
      </dsp:txBody>
      <dsp:txXfrm>
        <a:off x="678266" y="876604"/>
        <a:ext cx="4917523" cy="697027"/>
      </dsp:txXfrm>
    </dsp:sp>
    <dsp:sp modelId="{66BFF57A-81FD-4F20-96CD-4F50D2312798}">
      <dsp:nvSpPr>
        <dsp:cNvPr id="0" name=""/>
        <dsp:cNvSpPr/>
      </dsp:nvSpPr>
      <dsp:spPr>
        <a:xfrm>
          <a:off x="5595789" y="876604"/>
          <a:ext cx="5271101" cy="586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121" tIns="62121" rIns="62121" bIns="62121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It automates the booking process for flights and hotels, reducing manual effort.</a:t>
          </a:r>
        </a:p>
      </dsp:txBody>
      <dsp:txXfrm>
        <a:off x="5595789" y="876604"/>
        <a:ext cx="5271101" cy="586970"/>
      </dsp:txXfrm>
    </dsp:sp>
    <dsp:sp modelId="{AC2340EC-F64C-40B6-98FF-158434FE36EF}">
      <dsp:nvSpPr>
        <dsp:cNvPr id="0" name=""/>
        <dsp:cNvSpPr/>
      </dsp:nvSpPr>
      <dsp:spPr>
        <a:xfrm>
          <a:off x="0" y="1747888"/>
          <a:ext cx="10927829" cy="5869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FCC206-D54D-41C5-BF08-C8A3A8E9404B}">
      <dsp:nvSpPr>
        <dsp:cNvPr id="0" name=""/>
        <dsp:cNvSpPr/>
      </dsp:nvSpPr>
      <dsp:spPr>
        <a:xfrm>
          <a:off x="177558" y="1879957"/>
          <a:ext cx="323149" cy="3228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869DBD-B345-410B-A9E3-8B3BBAC75938}">
      <dsp:nvSpPr>
        <dsp:cNvPr id="0" name=""/>
        <dsp:cNvSpPr/>
      </dsp:nvSpPr>
      <dsp:spPr>
        <a:xfrm>
          <a:off x="678266" y="1747888"/>
          <a:ext cx="4917523" cy="697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69" tIns="73769" rIns="73769" bIns="7376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Market Negotiation Assistance</a:t>
          </a:r>
          <a:endParaRPr lang="en-US" sz="1400" kern="1200"/>
        </a:p>
      </dsp:txBody>
      <dsp:txXfrm>
        <a:off x="678266" y="1747888"/>
        <a:ext cx="4917523" cy="697027"/>
      </dsp:txXfrm>
    </dsp:sp>
    <dsp:sp modelId="{71B25237-F859-48A3-B2D2-88F2CBEFD833}">
      <dsp:nvSpPr>
        <dsp:cNvPr id="0" name=""/>
        <dsp:cNvSpPr/>
      </dsp:nvSpPr>
      <dsp:spPr>
        <a:xfrm>
          <a:off x="5595789" y="1747888"/>
          <a:ext cx="5271101" cy="586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121" tIns="62121" rIns="62121" bIns="62121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It offers a negotiation interface to assist users in price negotiations, simulating intelligent decision-making.</a:t>
          </a:r>
        </a:p>
      </dsp:txBody>
      <dsp:txXfrm>
        <a:off x="5595789" y="1747888"/>
        <a:ext cx="5271101" cy="586970"/>
      </dsp:txXfrm>
    </dsp:sp>
    <dsp:sp modelId="{81354F45-5C74-4730-9882-D42EAECAF1AB}">
      <dsp:nvSpPr>
        <dsp:cNvPr id="0" name=""/>
        <dsp:cNvSpPr/>
      </dsp:nvSpPr>
      <dsp:spPr>
        <a:xfrm>
          <a:off x="0" y="2619173"/>
          <a:ext cx="10927829" cy="5869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547182-B073-40D5-A111-DA7184E0F1F6}">
      <dsp:nvSpPr>
        <dsp:cNvPr id="0" name=""/>
        <dsp:cNvSpPr/>
      </dsp:nvSpPr>
      <dsp:spPr>
        <a:xfrm>
          <a:off x="177558" y="2751241"/>
          <a:ext cx="323149" cy="32283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391280-1D06-4BE4-AE45-A12FB9480599}">
      <dsp:nvSpPr>
        <dsp:cNvPr id="0" name=""/>
        <dsp:cNvSpPr/>
      </dsp:nvSpPr>
      <dsp:spPr>
        <a:xfrm>
          <a:off x="678266" y="2619173"/>
          <a:ext cx="4917523" cy="697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69" tIns="73769" rIns="73769" bIns="7376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Translation Support</a:t>
          </a:r>
          <a:endParaRPr lang="en-US" sz="1400" kern="1200"/>
        </a:p>
      </dsp:txBody>
      <dsp:txXfrm>
        <a:off x="678266" y="2619173"/>
        <a:ext cx="4917523" cy="697027"/>
      </dsp:txXfrm>
    </dsp:sp>
    <dsp:sp modelId="{0A384C4B-576E-4F5C-9C1A-C4B899004F46}">
      <dsp:nvSpPr>
        <dsp:cNvPr id="0" name=""/>
        <dsp:cNvSpPr/>
      </dsp:nvSpPr>
      <dsp:spPr>
        <a:xfrm>
          <a:off x="5595789" y="2619173"/>
          <a:ext cx="5271101" cy="586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121" tIns="62121" rIns="62121" bIns="62121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system integrates a translator API to provide multilingual support, enabling users to interact in their preferred language and enhancing accessibility.</a:t>
          </a:r>
        </a:p>
      </dsp:txBody>
      <dsp:txXfrm>
        <a:off x="5595789" y="2619173"/>
        <a:ext cx="5271101" cy="586970"/>
      </dsp:txXfrm>
    </dsp:sp>
    <dsp:sp modelId="{99836F86-99CB-4B85-9E59-34FCD742E80F}">
      <dsp:nvSpPr>
        <dsp:cNvPr id="0" name=""/>
        <dsp:cNvSpPr/>
      </dsp:nvSpPr>
      <dsp:spPr>
        <a:xfrm>
          <a:off x="0" y="3490457"/>
          <a:ext cx="10927829" cy="5869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6601FC-BAA4-4FF5-BB8F-DACC2CA1BCFF}">
      <dsp:nvSpPr>
        <dsp:cNvPr id="0" name=""/>
        <dsp:cNvSpPr/>
      </dsp:nvSpPr>
      <dsp:spPr>
        <a:xfrm>
          <a:off x="177558" y="3622526"/>
          <a:ext cx="323149" cy="32283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50FDA-BF6C-44C2-A78D-80A6659BD24F}">
      <dsp:nvSpPr>
        <dsp:cNvPr id="0" name=""/>
        <dsp:cNvSpPr/>
      </dsp:nvSpPr>
      <dsp:spPr>
        <a:xfrm>
          <a:off x="678266" y="3490457"/>
          <a:ext cx="10188624" cy="697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69" tIns="73769" rIns="73769" bIns="7376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Additionally, the system supports voice-based interaction and provides a user-friendly GUI for seamless interaction, making it an efficient and accessible assistant.</a:t>
          </a:r>
        </a:p>
      </dsp:txBody>
      <dsp:txXfrm>
        <a:off x="678266" y="3490457"/>
        <a:ext cx="10188624" cy="6970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1AEAC7-80BD-44E2-B134-F761D1EB7DE6}">
      <dsp:nvSpPr>
        <dsp:cNvPr id="0" name=""/>
        <dsp:cNvSpPr/>
      </dsp:nvSpPr>
      <dsp:spPr>
        <a:xfrm>
          <a:off x="3080" y="464830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Data Sorting and Filtering</a:t>
          </a:r>
          <a:r>
            <a:rPr lang="en-US" sz="1100" kern="1200"/>
            <a:t>: Algorithms sort flights and hotels by price and match them to user budgets.</a:t>
          </a:r>
        </a:p>
      </dsp:txBody>
      <dsp:txXfrm>
        <a:off x="3080" y="1765067"/>
        <a:ext cx="2444055" cy="2053006"/>
      </dsp:txXfrm>
    </dsp:sp>
    <dsp:sp modelId="{4BC83F58-1BBF-4E8D-ACC9-1C75BDB4D398}">
      <dsp:nvSpPr>
        <dsp:cNvPr id="0" name=""/>
        <dsp:cNvSpPr/>
      </dsp:nvSpPr>
      <dsp:spPr>
        <a:xfrm>
          <a:off x="711856" y="806997"/>
          <a:ext cx="1026503" cy="1026503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2184" y="957325"/>
        <a:ext cx="725847" cy="725847"/>
      </dsp:txXfrm>
    </dsp:sp>
    <dsp:sp modelId="{BFFD1ABB-16AE-49BC-9F49-96931A1664FB}">
      <dsp:nvSpPr>
        <dsp:cNvPr id="0" name=""/>
        <dsp:cNvSpPr/>
      </dsp:nvSpPr>
      <dsp:spPr>
        <a:xfrm>
          <a:off x="3080" y="3886435"/>
          <a:ext cx="2444055" cy="72"/>
        </a:xfrm>
        <a:prstGeom prst="rect">
          <a:avLst/>
        </a:prstGeom>
        <a:gradFill rotWithShape="0">
          <a:gsLst>
            <a:gs pos="0">
              <a:schemeClr val="accent5">
                <a:hueOff val="-1736021"/>
                <a:satOff val="-118"/>
                <a:lumOff val="28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736021"/>
                <a:satOff val="-118"/>
                <a:lumOff val="28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736021"/>
                <a:satOff val="-118"/>
                <a:lumOff val="28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736021"/>
              <a:satOff val="-118"/>
              <a:lumOff val="28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3FDBB1C-7914-4E51-B4BB-007B9FB3AEAA}">
      <dsp:nvSpPr>
        <dsp:cNvPr id="0" name=""/>
        <dsp:cNvSpPr/>
      </dsp:nvSpPr>
      <dsp:spPr>
        <a:xfrm>
          <a:off x="2691541" y="464830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-3981555"/>
            <a:satOff val="889"/>
            <a:lumOff val="13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981555"/>
              <a:satOff val="889"/>
              <a:lumOff val="13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Simulated Intelligence:</a:t>
          </a:r>
          <a:r>
            <a:rPr lang="en-US" sz="1100" kern="1200"/>
            <a:t> The system automates complex tasks like travel planning, booking, and negotiation, which would otherwise require manual effort.</a:t>
          </a:r>
          <a:endParaRPr lang="en-US" sz="1100" kern="1200">
            <a:latin typeface="Aptos Display" panose="020F0302020204030204"/>
          </a:endParaRPr>
        </a:p>
      </dsp:txBody>
      <dsp:txXfrm>
        <a:off x="2691541" y="1765067"/>
        <a:ext cx="2444055" cy="2053006"/>
      </dsp:txXfrm>
    </dsp:sp>
    <dsp:sp modelId="{420C973B-5DBB-46F2-9687-DB842870AE8E}">
      <dsp:nvSpPr>
        <dsp:cNvPr id="0" name=""/>
        <dsp:cNvSpPr/>
      </dsp:nvSpPr>
      <dsp:spPr>
        <a:xfrm>
          <a:off x="3400317" y="806997"/>
          <a:ext cx="1026503" cy="1026503"/>
        </a:xfrm>
        <a:prstGeom prst="ellipse">
          <a:avLst/>
        </a:prstGeom>
        <a:gradFill rotWithShape="0">
          <a:gsLst>
            <a:gs pos="0">
              <a:schemeClr val="accent5">
                <a:hueOff val="-3472043"/>
                <a:satOff val="-236"/>
                <a:lumOff val="5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472043"/>
                <a:satOff val="-236"/>
                <a:lumOff val="5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472043"/>
                <a:satOff val="-236"/>
                <a:lumOff val="5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3472043"/>
              <a:satOff val="-236"/>
              <a:lumOff val="56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50645" y="957325"/>
        <a:ext cx="725847" cy="725847"/>
      </dsp:txXfrm>
    </dsp:sp>
    <dsp:sp modelId="{EC722C04-0C6A-4D93-9521-690320F52168}">
      <dsp:nvSpPr>
        <dsp:cNvPr id="0" name=""/>
        <dsp:cNvSpPr/>
      </dsp:nvSpPr>
      <dsp:spPr>
        <a:xfrm>
          <a:off x="2691541" y="3886435"/>
          <a:ext cx="2444055" cy="72"/>
        </a:xfrm>
        <a:prstGeom prst="rect">
          <a:avLst/>
        </a:prstGeom>
        <a:gradFill rotWithShape="0">
          <a:gsLst>
            <a:gs pos="0">
              <a:schemeClr val="accent5">
                <a:hueOff val="-5208064"/>
                <a:satOff val="-354"/>
                <a:lumOff val="8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208064"/>
                <a:satOff val="-354"/>
                <a:lumOff val="8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208064"/>
                <a:satOff val="-354"/>
                <a:lumOff val="8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5208064"/>
              <a:satOff val="-354"/>
              <a:lumOff val="84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FAADC42-1014-43CB-9356-E0716B98E076}">
      <dsp:nvSpPr>
        <dsp:cNvPr id="0" name=""/>
        <dsp:cNvSpPr/>
      </dsp:nvSpPr>
      <dsp:spPr>
        <a:xfrm>
          <a:off x="5380002" y="464830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-7963110"/>
            <a:satOff val="1778"/>
            <a:lumOff val="26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963110"/>
              <a:satOff val="1778"/>
              <a:lumOff val="26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API Integration</a:t>
          </a:r>
          <a:r>
            <a:rPr lang="en-US" sz="1100" kern="1200"/>
            <a:t>: The use of external APIs (e.g., Amadeus, Azure Cognitive Services) enables intelligent behavior by leveraging external data and services.</a:t>
          </a:r>
          <a:endParaRPr lang="en-US" sz="1100" kern="1200">
            <a:latin typeface="Aptos Display" panose="020F0302020204030204"/>
          </a:endParaRPr>
        </a:p>
      </dsp:txBody>
      <dsp:txXfrm>
        <a:off x="5380002" y="1765067"/>
        <a:ext cx="2444055" cy="2053006"/>
      </dsp:txXfrm>
    </dsp:sp>
    <dsp:sp modelId="{7EB68958-D9F5-4E48-9F3C-FF666DAC5C7C}">
      <dsp:nvSpPr>
        <dsp:cNvPr id="0" name=""/>
        <dsp:cNvSpPr/>
      </dsp:nvSpPr>
      <dsp:spPr>
        <a:xfrm>
          <a:off x="6088778" y="806997"/>
          <a:ext cx="1026503" cy="1026503"/>
        </a:xfrm>
        <a:prstGeom prst="ellipse">
          <a:avLst/>
        </a:prstGeom>
        <a:gradFill rotWithShape="0">
          <a:gsLst>
            <a:gs pos="0">
              <a:schemeClr val="accent5">
                <a:hueOff val="-6944086"/>
                <a:satOff val="-472"/>
                <a:lumOff val="11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944086"/>
                <a:satOff val="-472"/>
                <a:lumOff val="11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944086"/>
                <a:satOff val="-472"/>
                <a:lumOff val="11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6944086"/>
              <a:satOff val="-472"/>
              <a:lumOff val="112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9106" y="957325"/>
        <a:ext cx="725847" cy="725847"/>
      </dsp:txXfrm>
    </dsp:sp>
    <dsp:sp modelId="{42678257-F9B4-43E0-9215-81B911561260}">
      <dsp:nvSpPr>
        <dsp:cNvPr id="0" name=""/>
        <dsp:cNvSpPr/>
      </dsp:nvSpPr>
      <dsp:spPr>
        <a:xfrm>
          <a:off x="5380002" y="3886435"/>
          <a:ext cx="2444055" cy="72"/>
        </a:xfrm>
        <a:prstGeom prst="rect">
          <a:avLst/>
        </a:prstGeom>
        <a:gradFill rotWithShape="0">
          <a:gsLst>
            <a:gs pos="0">
              <a:schemeClr val="accent5">
                <a:hueOff val="-8680107"/>
                <a:satOff val="-590"/>
                <a:lumOff val="14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680107"/>
                <a:satOff val="-590"/>
                <a:lumOff val="14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680107"/>
                <a:satOff val="-590"/>
                <a:lumOff val="14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8680107"/>
              <a:satOff val="-590"/>
              <a:lumOff val="140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BF68A28-A93C-4EE7-BD6D-59DE2AB39126}">
      <dsp:nvSpPr>
        <dsp:cNvPr id="0" name=""/>
        <dsp:cNvSpPr/>
      </dsp:nvSpPr>
      <dsp:spPr>
        <a:xfrm>
          <a:off x="8068463" y="464830"/>
          <a:ext cx="2444055" cy="3421677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code integrates perception, decision-making, and action components, along with automation and intelligent behavior, to act as an AI agent. It simplifies travel planning and negotiation tasks, demonstrating its role as an intelligent assistant.</a:t>
          </a:r>
        </a:p>
      </dsp:txBody>
      <dsp:txXfrm>
        <a:off x="8068463" y="1765067"/>
        <a:ext cx="2444055" cy="2053006"/>
      </dsp:txXfrm>
    </dsp:sp>
    <dsp:sp modelId="{65AC9697-7E69-4A24-B57A-87E9BACB2D5F}">
      <dsp:nvSpPr>
        <dsp:cNvPr id="0" name=""/>
        <dsp:cNvSpPr/>
      </dsp:nvSpPr>
      <dsp:spPr>
        <a:xfrm>
          <a:off x="8777239" y="806997"/>
          <a:ext cx="1026503" cy="1026503"/>
        </a:xfrm>
        <a:prstGeom prst="ellipse">
          <a:avLst/>
        </a:prstGeom>
        <a:gradFill rotWithShape="0">
          <a:gsLst>
            <a:gs pos="0">
              <a:schemeClr val="accent5">
                <a:hueOff val="-10416129"/>
                <a:satOff val="-708"/>
                <a:lumOff val="16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416129"/>
                <a:satOff val="-708"/>
                <a:lumOff val="16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416129"/>
                <a:satOff val="-708"/>
                <a:lumOff val="16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0416129"/>
              <a:satOff val="-708"/>
              <a:lumOff val="168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7567" y="957325"/>
        <a:ext cx="725847" cy="725847"/>
      </dsp:txXfrm>
    </dsp:sp>
    <dsp:sp modelId="{0AAF37EC-3F4E-45FC-99CD-82744B029AA6}">
      <dsp:nvSpPr>
        <dsp:cNvPr id="0" name=""/>
        <dsp:cNvSpPr/>
      </dsp:nvSpPr>
      <dsp:spPr>
        <a:xfrm>
          <a:off x="8068463" y="3886435"/>
          <a:ext cx="2444055" cy="72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lage of images of a computer and a hand&#10;&#10;AI-generated content may be incorrect.">
            <a:extLst>
              <a:ext uri="{FF2B5EF4-FFF2-40B4-BE49-F238E27FC236}">
                <a16:creationId xmlns:a16="http://schemas.microsoft.com/office/drawing/2014/main" id="{3F6C41F5-965E-22A0-9B69-E0FBCC0CC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32" y="0"/>
            <a:ext cx="11947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21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9300E-24A0-4C5E-01D5-A35E4C8F4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844" y="348865"/>
            <a:ext cx="10924776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Breakthrough..!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93D72741-373D-B225-646A-DB46B2BFB9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6213335"/>
              </p:ext>
            </p:extLst>
          </p:nvPr>
        </p:nvGraphicFramePr>
        <p:xfrm>
          <a:off x="495614" y="2122475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124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Rectangle 1065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7" name="Freeform: Shape 106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0" name="Freeform: Shape 106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71" name="Isosceles Triangle 107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2" name="Isosceles Triangle 107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CF44F21F-2D88-FA86-0C9A-D862D7EC8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33388"/>
            <a:ext cx="10820400" cy="599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002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5C0FD4-2287-80E9-52B9-04A14F531D9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9090" r="11386" b="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04CB5-6215-282E-9781-80678385E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45355"/>
          </a:xfrm>
        </p:spPr>
        <p:txBody>
          <a:bodyPr>
            <a:normAutofit/>
          </a:bodyPr>
          <a:lstStyle/>
          <a:p>
            <a:r>
              <a:rPr lang="en-US">
                <a:latin typeface="Calibri"/>
                <a:ea typeface="+mj-lt"/>
                <a:cs typeface="+mj-lt"/>
              </a:rPr>
              <a:t>How it Operates as an AI Agent???</a:t>
            </a:r>
            <a:endParaRPr lang="en-US">
              <a:latin typeface="Calibri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1CCAE1-39E8-4371-28B0-5EED900A7F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760960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72818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57ED0-20DB-78A5-9BB2-93393AF2F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52" y="646231"/>
            <a:ext cx="4625944" cy="3328121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Our Experience..!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70943AD-14E3-00D9-E6EA-E6650C42F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en-US" sz="1100" dirty="0">
              <a:latin typeface="Calibri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100" dirty="0">
                <a:latin typeface="Calibri"/>
                <a:ea typeface="+mn-lt"/>
                <a:cs typeface="+mn-lt"/>
              </a:rPr>
              <a:t>Through this project we developed collective knowledge, skills, and tools utilized while developing this, AI Agent.</a:t>
            </a:r>
            <a:endParaRPr lang="en-US" sz="1100" dirty="0">
              <a:latin typeface="Aptos"/>
              <a:ea typeface="Calibri"/>
              <a:cs typeface="Calibri"/>
            </a:endParaRPr>
          </a:p>
          <a:p>
            <a:pPr marL="0" indent="0">
              <a:buNone/>
            </a:pPr>
            <a:endParaRPr lang="en-US" sz="1100" dirty="0">
              <a:latin typeface="Aptos"/>
              <a:ea typeface="Calibri"/>
              <a:cs typeface="Calibri"/>
            </a:endParaRPr>
          </a:p>
          <a:p>
            <a:r>
              <a:rPr lang="en-US" sz="1100" b="1" dirty="0">
                <a:latin typeface="Calibri"/>
                <a:ea typeface="+mn-lt"/>
                <a:cs typeface="+mn-lt"/>
              </a:rPr>
              <a:t>Integration:</a:t>
            </a:r>
            <a:r>
              <a:rPr lang="en-US" sz="1100" dirty="0">
                <a:latin typeface="Calibri"/>
                <a:ea typeface="+mn-lt"/>
                <a:cs typeface="+mn-lt"/>
              </a:rPr>
              <a:t> Combining travel booking and negotiation functionalities into a unified application.</a:t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r>
              <a:rPr lang="en-US" sz="1100" b="1" dirty="0">
                <a:latin typeface="Calibri"/>
                <a:ea typeface="+mn-lt"/>
                <a:cs typeface="+mn-lt"/>
              </a:rPr>
              <a:t>UI Design</a:t>
            </a:r>
            <a:r>
              <a:rPr lang="en-US" sz="1100" dirty="0">
                <a:latin typeface="Calibri"/>
                <a:ea typeface="+mn-lt"/>
                <a:cs typeface="+mn-lt"/>
              </a:rPr>
              <a:t>: Creating a user-friendly interface using </a:t>
            </a:r>
            <a:r>
              <a:rPr lang="en-US" sz="1100" dirty="0" err="1">
                <a:latin typeface="Calibri"/>
                <a:ea typeface="+mn-lt"/>
                <a:cs typeface="+mn-lt"/>
              </a:rPr>
              <a:t>tkinter</a:t>
            </a:r>
            <a:r>
              <a:rPr lang="en-US" sz="1100" dirty="0">
                <a:latin typeface="Calibri"/>
                <a:ea typeface="+mn-lt"/>
                <a:cs typeface="+mn-lt"/>
              </a:rPr>
              <a:t> for seamless navigation between modes.</a:t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r>
              <a:rPr lang="en-US" sz="1100" b="1" dirty="0">
                <a:latin typeface="Calibri"/>
                <a:ea typeface="+mn-lt"/>
                <a:cs typeface="+mn-lt"/>
              </a:rPr>
              <a:t>API Handling</a:t>
            </a:r>
            <a:r>
              <a:rPr lang="en-US" sz="1100" dirty="0">
                <a:latin typeface="Calibri"/>
                <a:ea typeface="+mn-lt"/>
                <a:cs typeface="+mn-lt"/>
              </a:rPr>
              <a:t>: Managing flight and hotel data using the Amadeus API, sorting, and formatting packages effectively.</a:t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r>
              <a:rPr lang="en-US" sz="1100" b="1" dirty="0">
                <a:latin typeface="Calibri"/>
                <a:ea typeface="+mn-lt"/>
                <a:cs typeface="+mn-lt"/>
              </a:rPr>
              <a:t>Error Handling:</a:t>
            </a:r>
            <a:r>
              <a:rPr lang="en-US" sz="1100" dirty="0">
                <a:latin typeface="Calibri"/>
                <a:ea typeface="+mn-lt"/>
                <a:cs typeface="+mn-lt"/>
              </a:rPr>
              <a:t> Implementing robust mechanisms to handle exceptions during booking processes.</a:t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r>
              <a:rPr lang="en-US" sz="1100" b="1" dirty="0">
                <a:latin typeface="Calibri"/>
                <a:ea typeface="+mn-lt"/>
                <a:cs typeface="+mn-lt"/>
              </a:rPr>
              <a:t>Budget Optimization</a:t>
            </a:r>
            <a:r>
              <a:rPr lang="en-US" sz="1100" dirty="0">
                <a:latin typeface="Calibri"/>
                <a:ea typeface="+mn-lt"/>
                <a:cs typeface="+mn-lt"/>
              </a:rPr>
              <a:t>: Designing algorithms to match flights and hotels within a given budget.</a:t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r>
              <a:rPr lang="en-US" sz="1100" b="1" dirty="0">
                <a:latin typeface="Calibri"/>
                <a:ea typeface="+mn-lt"/>
                <a:cs typeface="+mn-lt"/>
              </a:rPr>
              <a:t>Scalability</a:t>
            </a:r>
            <a:r>
              <a:rPr lang="en-US" sz="1100" dirty="0">
                <a:latin typeface="Calibri"/>
                <a:ea typeface="+mn-lt"/>
                <a:cs typeface="+mn-lt"/>
              </a:rPr>
              <a:t>: Structuring the code to allow future enhancements or additional features.</a:t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100" dirty="0">
              <a:latin typeface="Calibri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100" b="1" dirty="0">
                <a:latin typeface="Calibri"/>
                <a:ea typeface="+mn-lt"/>
                <a:cs typeface="+mn-lt"/>
              </a:rPr>
              <a:t>Tools Used:</a:t>
            </a:r>
            <a:endParaRPr lang="en-US" sz="1100" b="1" dirty="0">
              <a:latin typeface="Calibri"/>
              <a:ea typeface="Calibri"/>
              <a:cs typeface="Calibri"/>
            </a:endParaRPr>
          </a:p>
          <a:p>
            <a:r>
              <a:rPr lang="en-US" sz="1100" dirty="0">
                <a:latin typeface="Calibri"/>
                <a:ea typeface="+mn-lt"/>
                <a:cs typeface="+mn-lt"/>
              </a:rPr>
              <a:t>Python: For backend logic and API integration.</a:t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r>
              <a:rPr lang="en-US" sz="1100" dirty="0" err="1">
                <a:latin typeface="Calibri"/>
                <a:ea typeface="+mn-lt"/>
                <a:cs typeface="+mn-lt"/>
              </a:rPr>
              <a:t>tkinter</a:t>
            </a:r>
            <a:r>
              <a:rPr lang="en-US" sz="1100" dirty="0">
                <a:latin typeface="Calibri"/>
                <a:ea typeface="+mn-lt"/>
                <a:cs typeface="+mn-lt"/>
              </a:rPr>
              <a:t>: For building the graphical user interface.</a:t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r>
              <a:rPr lang="en-US" sz="1100" dirty="0">
                <a:latin typeface="Calibri"/>
                <a:ea typeface="+mn-lt"/>
                <a:cs typeface="+mn-lt"/>
              </a:rPr>
              <a:t>Amadeus API: For fetching flight and hotel offers.</a:t>
            </a:r>
            <a:endParaRPr lang="en-US" sz="1100" dirty="0">
              <a:latin typeface="Calibri"/>
              <a:ea typeface="Calibri"/>
              <a:cs typeface="Calibri"/>
            </a:endParaRPr>
          </a:p>
          <a:p>
            <a:r>
              <a:rPr lang="en-US" sz="1100" dirty="0">
                <a:latin typeface="Calibri"/>
                <a:ea typeface="+mn-lt"/>
                <a:cs typeface="+mn-lt"/>
              </a:rPr>
              <a:t>PyCharm IDE: For efficient code development and debugging.</a:t>
            </a:r>
            <a:endParaRPr lang="en-US" sz="11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62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40EE7A-A96F-C07F-AF02-B8C42481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Futuristic Vision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516B76E-8F25-CBBE-C2DC-54AAAD04D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100">
                <a:ea typeface="+mn-lt"/>
                <a:cs typeface="+mn-lt"/>
              </a:rPr>
              <a:t>AI-Driven Personalization: Advanced AI algorithms to create highly customized travel plans and negotiation strategies based on user preferences, historical data, and real-time trends.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Dynamic Negotiation: Autonomous negotiation capabilities to secure the best deals for flights, hotels, and other services.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Real-Time Assistance: Providing live support during travel, such as rebooking, finding alternatives, or offering local recommendations.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Multi-Platform Accessibility: Seamless integration across web, mobile, and desktop platforms for enhanced usability.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Voice and Chat Interfaces: Natural language processing for intuitive voice commands and chat-based interactions.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Sustainability Features: Promoting eco-friendly travel options and providing insights into carbon footprints.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Global Adaptability: Supporting multiple languages, currencies, and cultural preferences for worldwide usability.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Integration with Emerging Technologies:</a:t>
            </a:r>
            <a:endParaRPr lang="en-US" sz="11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050">
                <a:ea typeface="+mn-lt"/>
                <a:cs typeface="+mn-lt"/>
              </a:rPr>
              <a:t>Blockchain: Secure and transparent transactions for bookings.</a:t>
            </a:r>
            <a:endParaRPr lang="en-US" sz="1050"/>
          </a:p>
          <a:p>
            <a:r>
              <a:rPr lang="en-US" sz="1100">
                <a:ea typeface="+mn-lt"/>
                <a:cs typeface="+mn-lt"/>
              </a:rPr>
              <a:t>Predictive Analytics: Leveraging AI to predict price trends and recommend the best times to book.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End-to-End Travel Solutions: Expanding to include transportation, dining, and local experiences for a comprehensive travel assistant.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425285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665</TotalTime>
  <Words>584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  <vt:lpstr>Breakthrough..!</vt:lpstr>
      <vt:lpstr>PowerPoint Presentation</vt:lpstr>
      <vt:lpstr>How it Operates as an AI Agent???</vt:lpstr>
      <vt:lpstr>Our Experience..!</vt:lpstr>
      <vt:lpstr>Futuristic Vision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Pandiyan, S.B.SARAVANA (SARAVANA)</dc:creator>
  <cp:lastModifiedBy>Pandiyan, S.B.SARAVANA (SARAVANA)</cp:lastModifiedBy>
  <cp:revision>16</cp:revision>
  <dcterms:created xsi:type="dcterms:W3CDTF">2025-04-29T12:59:41Z</dcterms:created>
  <dcterms:modified xsi:type="dcterms:W3CDTF">2025-04-30T16:23:08Z</dcterms:modified>
</cp:coreProperties>
</file>